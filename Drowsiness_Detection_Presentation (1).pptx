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slideLayouts/slideLayout4.xml" ContentType="application/vnd.openxmlformats-officedocument.presentationml.slideLayout+xml"/>
  <Override PartName="/ppt/theme/theme3.xml" ContentType="application/vnd.openxmlformats-officedocument.theme+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4.xml" ContentType="application/vnd.openxmlformats-officedocument.theme+xml"/>
  <Override PartName="/ppt/slideLayouts/slideLayout13.xml" ContentType="application/vnd.openxmlformats-officedocument.presentationml.slideLayout+xml"/>
  <Override PartName="/ppt/theme/theme5.xml" ContentType="application/vnd.openxmlformats-officedocument.theme+xml"/>
  <Override PartName="/ppt/slideLayouts/slideLayout14.xml" ContentType="application/vnd.openxmlformats-officedocument.presentationml.slideLayout+xml"/>
  <Override PartName="/ppt/theme/theme6.xml" ContentType="application/vnd.openxmlformats-officedocument.theme+xml"/>
  <Override PartName="/ppt/slideLayouts/slideLayout15.xml" ContentType="application/vnd.openxmlformats-officedocument.presentationml.slideLayout+xml"/>
  <Override PartName="/ppt/theme/theme7.xml" ContentType="application/vnd.openxmlformats-officedocument.theme+xml"/>
  <Override PartName="/ppt/slideLayouts/slideLayout16.xml" ContentType="application/vnd.openxmlformats-officedocument.presentationml.slideLayout+xml"/>
  <Override PartName="/ppt/theme/theme8.xml" ContentType="application/vnd.openxmlformats-officedocument.theme+xml"/>
  <Override PartName="/ppt/slideLayouts/slideLayout17.xml" ContentType="application/vnd.openxmlformats-officedocument.presentationml.slideLayout+xml"/>
  <Override PartName="/ppt/theme/theme9.xml" ContentType="application/vnd.openxmlformats-officedocument.theme+xml"/>
  <Override PartName="/ppt/slideLayouts/slideLayout18.xml" ContentType="application/vnd.openxmlformats-officedocument.presentationml.slideLayout+xml"/>
  <Override PartName="/ppt/theme/theme10.xml" ContentType="application/vnd.openxmlformats-officedocument.theme+xml"/>
  <Override PartName="/ppt/slideLayouts/slideLayout19.xml" ContentType="application/vnd.openxmlformats-officedocument.presentationml.slideLayout+xml"/>
  <Override PartName="/ppt/theme/theme11.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1" r:id="rId2"/>
    <p:sldMasterId id="2147483653" r:id="rId3"/>
    <p:sldMasterId id="2147483655" r:id="rId4"/>
    <p:sldMasterId id="2147483664" r:id="rId5"/>
    <p:sldMasterId id="2147483666" r:id="rId6"/>
    <p:sldMasterId id="2147483668" r:id="rId7"/>
    <p:sldMasterId id="2147483670" r:id="rId8"/>
    <p:sldMasterId id="2147483672" r:id="rId9"/>
    <p:sldMasterId id="2147483674" r:id="rId10"/>
    <p:sldMasterId id="2147483676" r:id="rId11"/>
  </p:sldMasterIdLst>
  <p:sldIdLst>
    <p:sldId id="256" r:id="rId12"/>
    <p:sldId id="257" r:id="rId13"/>
    <p:sldId id="258" r:id="rId14"/>
    <p:sldId id="259" r:id="rId15"/>
    <p:sldId id="260" r:id="rId16"/>
    <p:sldId id="261" r:id="rId17"/>
    <p:sldId id="262" r:id="rId18"/>
    <p:sldId id="263" r:id="rId19"/>
    <p:sldId id="264" r:id="rId20"/>
    <p:sldId id="265" r:id="rId21"/>
  </p:sldIdLst>
  <p:sldSz cx="9144000" cy="6858000" type="screen4x3"/>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C4189CC-1702-42E1-AE4B-32E74A00015C}" v="12" dt="2025-06-27T01:11:36.93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8.xml"/><Relationship Id="rId13" Type="http://schemas.openxmlformats.org/officeDocument/2006/relationships/slide" Target="slides/slide2.xml"/><Relationship Id="rId18" Type="http://schemas.openxmlformats.org/officeDocument/2006/relationships/slide" Target="slides/slide7.xml"/><Relationship Id="rId26" Type="http://schemas.microsoft.com/office/2015/10/relationships/revisionInfo" Target="revisionInfo.xml"/><Relationship Id="rId3" Type="http://schemas.openxmlformats.org/officeDocument/2006/relationships/slideMaster" Target="slideMasters/slideMaster3.xml"/><Relationship Id="rId21" Type="http://schemas.openxmlformats.org/officeDocument/2006/relationships/slide" Target="slides/slide10.xml"/><Relationship Id="rId7" Type="http://schemas.openxmlformats.org/officeDocument/2006/relationships/slideMaster" Target="slideMasters/slideMaster7.xml"/><Relationship Id="rId12" Type="http://schemas.openxmlformats.org/officeDocument/2006/relationships/slide" Target="slides/slide1.xml"/><Relationship Id="rId17" Type="http://schemas.openxmlformats.org/officeDocument/2006/relationships/slide" Target="slides/slide6.xml"/><Relationship Id="rId25"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5.xml"/><Relationship Id="rId20" Type="http://schemas.openxmlformats.org/officeDocument/2006/relationships/slide" Target="slides/slide9.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Master" Target="slideMasters/slideMaster11.xml"/><Relationship Id="rId24" Type="http://schemas.openxmlformats.org/officeDocument/2006/relationships/theme" Target="theme/theme1.xml"/><Relationship Id="rId5" Type="http://schemas.openxmlformats.org/officeDocument/2006/relationships/slideMaster" Target="slideMasters/slideMaster5.xml"/><Relationship Id="rId15" Type="http://schemas.openxmlformats.org/officeDocument/2006/relationships/slide" Target="slides/slide4.xml"/><Relationship Id="rId23" Type="http://schemas.openxmlformats.org/officeDocument/2006/relationships/viewProps" Target="viewProps.xml"/><Relationship Id="rId10" Type="http://schemas.openxmlformats.org/officeDocument/2006/relationships/slideMaster" Target="slideMasters/slideMaster10.xml"/><Relationship Id="rId19" Type="http://schemas.openxmlformats.org/officeDocument/2006/relationships/slide" Target="slides/slide8.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 Target="slides/slide3.xml"/><Relationship Id="rId22" Type="http://schemas.openxmlformats.org/officeDocument/2006/relationships/presProps" Target="presProps.xml"/></Relationships>
</file>

<file path=ppt/diagrams/_rels/data1.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diagrams/_rels/data5.xml.rels><?xml version="1.0" encoding="UTF-8" standalone="yes"?>
<Relationships xmlns="http://schemas.openxmlformats.org/package/2006/relationships"><Relationship Id="rId8" Type="http://schemas.openxmlformats.org/officeDocument/2006/relationships/image" Target="../media/image17.sv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image" Target="../media/image11.svg"/><Relationship Id="rId1" Type="http://schemas.openxmlformats.org/officeDocument/2006/relationships/image" Target="../media/image10.png"/><Relationship Id="rId6" Type="http://schemas.openxmlformats.org/officeDocument/2006/relationships/image" Target="../media/image15.svg"/><Relationship Id="rId5" Type="http://schemas.openxmlformats.org/officeDocument/2006/relationships/image" Target="../media/image14.png"/><Relationship Id="rId4" Type="http://schemas.openxmlformats.org/officeDocument/2006/relationships/image" Target="../media/image13.svg"/></Relationships>
</file>

<file path=ppt/diagrams/_rels/data6.xml.rels><?xml version="1.0" encoding="UTF-8" standalone="yes"?>
<Relationships xmlns="http://schemas.openxmlformats.org/package/2006/relationships"><Relationship Id="rId8" Type="http://schemas.openxmlformats.org/officeDocument/2006/relationships/image" Target="../media/image25.svg"/><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image" Target="../media/image19.svg"/><Relationship Id="rId1" Type="http://schemas.openxmlformats.org/officeDocument/2006/relationships/image" Target="../media/image18.png"/><Relationship Id="rId6" Type="http://schemas.openxmlformats.org/officeDocument/2006/relationships/image" Target="../media/image23.svg"/><Relationship Id="rId5" Type="http://schemas.openxmlformats.org/officeDocument/2006/relationships/image" Target="../media/image22.png"/><Relationship Id="rId4" Type="http://schemas.openxmlformats.org/officeDocument/2006/relationships/image" Target="../media/image21.svg"/></Relationships>
</file>

<file path=ppt/diagrams/_rels/drawing1.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diagrams/_rels/drawing5.xml.rels><?xml version="1.0" encoding="UTF-8" standalone="yes"?>
<Relationships xmlns="http://schemas.openxmlformats.org/package/2006/relationships"><Relationship Id="rId8" Type="http://schemas.openxmlformats.org/officeDocument/2006/relationships/image" Target="../media/image17.sv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image" Target="../media/image11.svg"/><Relationship Id="rId1" Type="http://schemas.openxmlformats.org/officeDocument/2006/relationships/image" Target="../media/image10.png"/><Relationship Id="rId6" Type="http://schemas.openxmlformats.org/officeDocument/2006/relationships/image" Target="../media/image15.svg"/><Relationship Id="rId5" Type="http://schemas.openxmlformats.org/officeDocument/2006/relationships/image" Target="../media/image14.png"/><Relationship Id="rId4" Type="http://schemas.openxmlformats.org/officeDocument/2006/relationships/image" Target="../media/image13.svg"/></Relationships>
</file>

<file path=ppt/diagrams/_rels/drawing6.xml.rels><?xml version="1.0" encoding="UTF-8" standalone="yes"?>
<Relationships xmlns="http://schemas.openxmlformats.org/package/2006/relationships"><Relationship Id="rId8" Type="http://schemas.openxmlformats.org/officeDocument/2006/relationships/image" Target="../media/image25.svg"/><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image" Target="../media/image19.svg"/><Relationship Id="rId1" Type="http://schemas.openxmlformats.org/officeDocument/2006/relationships/image" Target="../media/image18.png"/><Relationship Id="rId6" Type="http://schemas.openxmlformats.org/officeDocument/2006/relationships/image" Target="../media/image23.svg"/><Relationship Id="rId5" Type="http://schemas.openxmlformats.org/officeDocument/2006/relationships/image" Target="../media/image22.png"/><Relationship Id="rId4" Type="http://schemas.openxmlformats.org/officeDocument/2006/relationships/image" Target="../media/image21.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a:alpha val="0"/>
      </a:schemeClr>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18/5/colors/Iconchunking_neutralbg_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a:alpha val="0"/>
      </a:schemeClr>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C4457A8-B49B-4441-A061-4DD55EFD031F}" type="doc">
      <dgm:prSet loTypeId="urn:microsoft.com/office/officeart/2018/2/layout/IconVerticalSolidList" loCatId="icon" qsTypeId="urn:microsoft.com/office/officeart/2005/8/quickstyle/simple1" qsCatId="simple" csTypeId="urn:microsoft.com/office/officeart/2018/5/colors/Iconchunking_neutralbg_colorful5" csCatId="colorful" phldr="1"/>
      <dgm:spPr/>
      <dgm:t>
        <a:bodyPr/>
        <a:lstStyle/>
        <a:p>
          <a:endParaRPr lang="en-US"/>
        </a:p>
      </dgm:t>
    </dgm:pt>
    <dgm:pt modelId="{34D0F114-9A64-40D6-A58F-76892CA9D024}">
      <dgm:prSet/>
      <dgm:spPr/>
      <dgm:t>
        <a:bodyPr/>
        <a:lstStyle/>
        <a:p>
          <a:r>
            <a:rPr lang="en-US" b="0"/>
            <a:t>• Road accidents due to driver drowsiness are a major concern.</a:t>
          </a:r>
          <a:endParaRPr lang="en-US"/>
        </a:p>
      </dgm:t>
    </dgm:pt>
    <dgm:pt modelId="{CE646106-232E-4A98-A17C-435B954C6B48}" type="parTrans" cxnId="{3AA49E46-E35D-4057-B1F0-F998809520ED}">
      <dgm:prSet/>
      <dgm:spPr/>
      <dgm:t>
        <a:bodyPr/>
        <a:lstStyle/>
        <a:p>
          <a:endParaRPr lang="en-US"/>
        </a:p>
      </dgm:t>
    </dgm:pt>
    <dgm:pt modelId="{011F05E6-FEA3-41C2-B6E0-555E6799849C}" type="sibTrans" cxnId="{3AA49E46-E35D-4057-B1F0-F998809520ED}">
      <dgm:prSet/>
      <dgm:spPr/>
      <dgm:t>
        <a:bodyPr/>
        <a:lstStyle/>
        <a:p>
          <a:endParaRPr lang="en-US"/>
        </a:p>
      </dgm:t>
    </dgm:pt>
    <dgm:pt modelId="{65CA034A-6092-4E9F-8A60-7EEFE4644905}">
      <dgm:prSet/>
      <dgm:spPr/>
      <dgm:t>
        <a:bodyPr/>
        <a:lstStyle/>
        <a:p>
          <a:r>
            <a:rPr lang="en-US" b="0"/>
            <a:t>• Goal: Detect drowsiness using webcam feed in real-time.</a:t>
          </a:r>
          <a:endParaRPr lang="en-US"/>
        </a:p>
      </dgm:t>
    </dgm:pt>
    <dgm:pt modelId="{101BAC48-446C-4628-8207-20ED3E49BAEA}" type="parTrans" cxnId="{F080FCC7-2883-42A7-BC6F-26A0F0D9868A}">
      <dgm:prSet/>
      <dgm:spPr/>
      <dgm:t>
        <a:bodyPr/>
        <a:lstStyle/>
        <a:p>
          <a:endParaRPr lang="en-US"/>
        </a:p>
      </dgm:t>
    </dgm:pt>
    <dgm:pt modelId="{B09B7AD0-9D12-43D6-9476-906C8A008355}" type="sibTrans" cxnId="{F080FCC7-2883-42A7-BC6F-26A0F0D9868A}">
      <dgm:prSet/>
      <dgm:spPr/>
      <dgm:t>
        <a:bodyPr/>
        <a:lstStyle/>
        <a:p>
          <a:endParaRPr lang="en-US"/>
        </a:p>
      </dgm:t>
    </dgm:pt>
    <dgm:pt modelId="{C9522546-D94E-4FCA-9B29-1195989D838A}">
      <dgm:prSet/>
      <dgm:spPr/>
      <dgm:t>
        <a:bodyPr/>
        <a:lstStyle/>
        <a:p>
          <a:r>
            <a:rPr lang="en-US" b="0"/>
            <a:t>• Approach: Use a trained MobileNet model + Streamlit for UI.</a:t>
          </a:r>
          <a:endParaRPr lang="en-US"/>
        </a:p>
      </dgm:t>
    </dgm:pt>
    <dgm:pt modelId="{07FF16D7-EE5E-4384-878D-D8213EA35BA5}" type="parTrans" cxnId="{FE5E578D-EFB5-4F87-8997-513561EB2CAE}">
      <dgm:prSet/>
      <dgm:spPr/>
      <dgm:t>
        <a:bodyPr/>
        <a:lstStyle/>
        <a:p>
          <a:endParaRPr lang="en-US"/>
        </a:p>
      </dgm:t>
    </dgm:pt>
    <dgm:pt modelId="{E30F22FE-2276-4EF0-ACAF-70E5B4C0AC41}" type="sibTrans" cxnId="{FE5E578D-EFB5-4F87-8997-513561EB2CAE}">
      <dgm:prSet/>
      <dgm:spPr/>
      <dgm:t>
        <a:bodyPr/>
        <a:lstStyle/>
        <a:p>
          <a:endParaRPr lang="en-US"/>
        </a:p>
      </dgm:t>
    </dgm:pt>
    <dgm:pt modelId="{024B961D-99A9-4A05-B945-04AFD8FF3B20}">
      <dgm:prSet/>
      <dgm:spPr/>
      <dgm:t>
        <a:bodyPr/>
        <a:lstStyle/>
        <a:p>
          <a:r>
            <a:rPr lang="en-US" b="0"/>
            <a:t>• Detection based on facial features and eye status.</a:t>
          </a:r>
          <a:endParaRPr lang="en-US"/>
        </a:p>
      </dgm:t>
    </dgm:pt>
    <dgm:pt modelId="{CD37F83F-A934-4101-B92C-684DF481D8FF}" type="parTrans" cxnId="{693D0A3D-DB33-43DE-BB1D-BD2ACC96222E}">
      <dgm:prSet/>
      <dgm:spPr/>
      <dgm:t>
        <a:bodyPr/>
        <a:lstStyle/>
        <a:p>
          <a:endParaRPr lang="en-US"/>
        </a:p>
      </dgm:t>
    </dgm:pt>
    <dgm:pt modelId="{C170BB8A-7A8D-4DD6-8040-1782CE508881}" type="sibTrans" cxnId="{693D0A3D-DB33-43DE-BB1D-BD2ACC96222E}">
      <dgm:prSet/>
      <dgm:spPr/>
      <dgm:t>
        <a:bodyPr/>
        <a:lstStyle/>
        <a:p>
          <a:endParaRPr lang="en-US"/>
        </a:p>
      </dgm:t>
    </dgm:pt>
    <dgm:pt modelId="{401149EC-9207-49D1-B4E8-F9D565245E1C}" type="pres">
      <dgm:prSet presAssocID="{DC4457A8-B49B-4441-A061-4DD55EFD031F}" presName="root" presStyleCnt="0">
        <dgm:presLayoutVars>
          <dgm:dir/>
          <dgm:resizeHandles val="exact"/>
        </dgm:presLayoutVars>
      </dgm:prSet>
      <dgm:spPr/>
    </dgm:pt>
    <dgm:pt modelId="{0FF39C26-6F09-49AA-9E87-656C06AFFEBA}" type="pres">
      <dgm:prSet presAssocID="{34D0F114-9A64-40D6-A58F-76892CA9D024}" presName="compNode" presStyleCnt="0"/>
      <dgm:spPr/>
    </dgm:pt>
    <dgm:pt modelId="{A2055678-746F-46F8-9DA7-F7B4818D61EE}" type="pres">
      <dgm:prSet presAssocID="{34D0F114-9A64-40D6-A58F-76892CA9D024}" presName="bgRect" presStyleLbl="bgShp" presStyleIdx="0" presStyleCnt="4"/>
      <dgm:spPr/>
    </dgm:pt>
    <dgm:pt modelId="{F81AA432-B4D6-49D1-9281-80ADAEBAF636}" type="pres">
      <dgm:prSet presAssocID="{34D0F114-9A64-40D6-A58F-76892CA9D024}"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ar"/>
        </a:ext>
      </dgm:extLst>
    </dgm:pt>
    <dgm:pt modelId="{1A6B0476-2A20-4B9A-BE1B-4307D372E362}" type="pres">
      <dgm:prSet presAssocID="{34D0F114-9A64-40D6-A58F-76892CA9D024}" presName="spaceRect" presStyleCnt="0"/>
      <dgm:spPr/>
    </dgm:pt>
    <dgm:pt modelId="{D1E749FA-66FE-4F63-A96B-8DCD1D4C3D18}" type="pres">
      <dgm:prSet presAssocID="{34D0F114-9A64-40D6-A58F-76892CA9D024}" presName="parTx" presStyleLbl="revTx" presStyleIdx="0" presStyleCnt="4">
        <dgm:presLayoutVars>
          <dgm:chMax val="0"/>
          <dgm:chPref val="0"/>
        </dgm:presLayoutVars>
      </dgm:prSet>
      <dgm:spPr/>
    </dgm:pt>
    <dgm:pt modelId="{0DB219F1-DD11-4A1C-8AD0-CF4669340EE0}" type="pres">
      <dgm:prSet presAssocID="{011F05E6-FEA3-41C2-B6E0-555E6799849C}" presName="sibTrans" presStyleCnt="0"/>
      <dgm:spPr/>
    </dgm:pt>
    <dgm:pt modelId="{B5688A9B-3619-40A3-A797-FB70879D624F}" type="pres">
      <dgm:prSet presAssocID="{65CA034A-6092-4E9F-8A60-7EEFE4644905}" presName="compNode" presStyleCnt="0"/>
      <dgm:spPr/>
    </dgm:pt>
    <dgm:pt modelId="{3172E982-866D-4F27-A2D7-715FCB9BF603}" type="pres">
      <dgm:prSet presAssocID="{65CA034A-6092-4E9F-8A60-7EEFE4644905}" presName="bgRect" presStyleLbl="bgShp" presStyleIdx="1" presStyleCnt="4"/>
      <dgm:spPr/>
    </dgm:pt>
    <dgm:pt modelId="{3A39469C-5DC7-48A4-8A3D-625CFF0E2275}" type="pres">
      <dgm:prSet presAssocID="{65CA034A-6092-4E9F-8A60-7EEFE4644905}"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Web cam"/>
        </a:ext>
      </dgm:extLst>
    </dgm:pt>
    <dgm:pt modelId="{1D9E2538-A0C3-426A-931E-0237B0232DC3}" type="pres">
      <dgm:prSet presAssocID="{65CA034A-6092-4E9F-8A60-7EEFE4644905}" presName="spaceRect" presStyleCnt="0"/>
      <dgm:spPr/>
    </dgm:pt>
    <dgm:pt modelId="{7E9B24EC-AFB5-4256-8574-4BBCC056A2FB}" type="pres">
      <dgm:prSet presAssocID="{65CA034A-6092-4E9F-8A60-7EEFE4644905}" presName="parTx" presStyleLbl="revTx" presStyleIdx="1" presStyleCnt="4">
        <dgm:presLayoutVars>
          <dgm:chMax val="0"/>
          <dgm:chPref val="0"/>
        </dgm:presLayoutVars>
      </dgm:prSet>
      <dgm:spPr/>
    </dgm:pt>
    <dgm:pt modelId="{D74BBC51-0822-49AC-8154-F2C8B784A075}" type="pres">
      <dgm:prSet presAssocID="{B09B7AD0-9D12-43D6-9476-906C8A008355}" presName="sibTrans" presStyleCnt="0"/>
      <dgm:spPr/>
    </dgm:pt>
    <dgm:pt modelId="{04B17150-8A7D-46D7-8552-C31AB9034E81}" type="pres">
      <dgm:prSet presAssocID="{C9522546-D94E-4FCA-9B29-1195989D838A}" presName="compNode" presStyleCnt="0"/>
      <dgm:spPr/>
    </dgm:pt>
    <dgm:pt modelId="{29158CCC-7A1E-4405-BD5A-701D225E0C43}" type="pres">
      <dgm:prSet presAssocID="{C9522546-D94E-4FCA-9B29-1195989D838A}" presName="bgRect" presStyleLbl="bgShp" presStyleIdx="2" presStyleCnt="4"/>
      <dgm:spPr/>
    </dgm:pt>
    <dgm:pt modelId="{BD52B599-6D59-459C-A468-FE2DE468357A}" type="pres">
      <dgm:prSet presAssocID="{C9522546-D94E-4FCA-9B29-1195989D838A}"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Web Design"/>
        </a:ext>
      </dgm:extLst>
    </dgm:pt>
    <dgm:pt modelId="{57B7A033-2628-41A7-8C2B-4821E680E93D}" type="pres">
      <dgm:prSet presAssocID="{C9522546-D94E-4FCA-9B29-1195989D838A}" presName="spaceRect" presStyleCnt="0"/>
      <dgm:spPr/>
    </dgm:pt>
    <dgm:pt modelId="{8EB39A81-70CE-4382-96DC-779D0510CF72}" type="pres">
      <dgm:prSet presAssocID="{C9522546-D94E-4FCA-9B29-1195989D838A}" presName="parTx" presStyleLbl="revTx" presStyleIdx="2" presStyleCnt="4">
        <dgm:presLayoutVars>
          <dgm:chMax val="0"/>
          <dgm:chPref val="0"/>
        </dgm:presLayoutVars>
      </dgm:prSet>
      <dgm:spPr/>
    </dgm:pt>
    <dgm:pt modelId="{5F093D67-EAEC-403C-833F-353256919AA0}" type="pres">
      <dgm:prSet presAssocID="{E30F22FE-2276-4EF0-ACAF-70E5B4C0AC41}" presName="sibTrans" presStyleCnt="0"/>
      <dgm:spPr/>
    </dgm:pt>
    <dgm:pt modelId="{FB8BC707-0D38-4751-A081-B1F58575A0E9}" type="pres">
      <dgm:prSet presAssocID="{024B961D-99A9-4A05-B945-04AFD8FF3B20}" presName="compNode" presStyleCnt="0"/>
      <dgm:spPr/>
    </dgm:pt>
    <dgm:pt modelId="{80B0935F-6CB1-49B9-B28C-8A09FB5954B6}" type="pres">
      <dgm:prSet presAssocID="{024B961D-99A9-4A05-B945-04AFD8FF3B20}" presName="bgRect" presStyleLbl="bgShp" presStyleIdx="3" presStyleCnt="4"/>
      <dgm:spPr/>
    </dgm:pt>
    <dgm:pt modelId="{A4AD40C2-C887-4DDA-A03F-CAA69C390AE0}" type="pres">
      <dgm:prSet presAssocID="{024B961D-99A9-4A05-B945-04AFD8FF3B20}"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Eyes"/>
        </a:ext>
      </dgm:extLst>
    </dgm:pt>
    <dgm:pt modelId="{D4841DB2-87A9-47E4-89BF-2681D325A6D3}" type="pres">
      <dgm:prSet presAssocID="{024B961D-99A9-4A05-B945-04AFD8FF3B20}" presName="spaceRect" presStyleCnt="0"/>
      <dgm:spPr/>
    </dgm:pt>
    <dgm:pt modelId="{4986D287-C6D0-4276-83A2-FE96D882EE6A}" type="pres">
      <dgm:prSet presAssocID="{024B961D-99A9-4A05-B945-04AFD8FF3B20}" presName="parTx" presStyleLbl="revTx" presStyleIdx="3" presStyleCnt="4">
        <dgm:presLayoutVars>
          <dgm:chMax val="0"/>
          <dgm:chPref val="0"/>
        </dgm:presLayoutVars>
      </dgm:prSet>
      <dgm:spPr/>
    </dgm:pt>
  </dgm:ptLst>
  <dgm:cxnLst>
    <dgm:cxn modelId="{591B9B32-3453-4E83-9A39-BC1C6719706E}" type="presOf" srcId="{65CA034A-6092-4E9F-8A60-7EEFE4644905}" destId="{7E9B24EC-AFB5-4256-8574-4BBCC056A2FB}" srcOrd="0" destOrd="0" presId="urn:microsoft.com/office/officeart/2018/2/layout/IconVerticalSolidList"/>
    <dgm:cxn modelId="{693D0A3D-DB33-43DE-BB1D-BD2ACC96222E}" srcId="{DC4457A8-B49B-4441-A061-4DD55EFD031F}" destId="{024B961D-99A9-4A05-B945-04AFD8FF3B20}" srcOrd="3" destOrd="0" parTransId="{CD37F83F-A934-4101-B92C-684DF481D8FF}" sibTransId="{C170BB8A-7A8D-4DD6-8040-1782CE508881}"/>
    <dgm:cxn modelId="{3AA49E46-E35D-4057-B1F0-F998809520ED}" srcId="{DC4457A8-B49B-4441-A061-4DD55EFD031F}" destId="{34D0F114-9A64-40D6-A58F-76892CA9D024}" srcOrd="0" destOrd="0" parTransId="{CE646106-232E-4A98-A17C-435B954C6B48}" sibTransId="{011F05E6-FEA3-41C2-B6E0-555E6799849C}"/>
    <dgm:cxn modelId="{FE5E578D-EFB5-4F87-8997-513561EB2CAE}" srcId="{DC4457A8-B49B-4441-A061-4DD55EFD031F}" destId="{C9522546-D94E-4FCA-9B29-1195989D838A}" srcOrd="2" destOrd="0" parTransId="{07FF16D7-EE5E-4384-878D-D8213EA35BA5}" sibTransId="{E30F22FE-2276-4EF0-ACAF-70E5B4C0AC41}"/>
    <dgm:cxn modelId="{0E9F6690-8603-4954-9E49-F2B9A3D27CAF}" type="presOf" srcId="{C9522546-D94E-4FCA-9B29-1195989D838A}" destId="{8EB39A81-70CE-4382-96DC-779D0510CF72}" srcOrd="0" destOrd="0" presId="urn:microsoft.com/office/officeart/2018/2/layout/IconVerticalSolidList"/>
    <dgm:cxn modelId="{7592D8AE-E763-4FF6-9782-B0A36AA70E3B}" type="presOf" srcId="{DC4457A8-B49B-4441-A061-4DD55EFD031F}" destId="{401149EC-9207-49D1-B4E8-F9D565245E1C}" srcOrd="0" destOrd="0" presId="urn:microsoft.com/office/officeart/2018/2/layout/IconVerticalSolidList"/>
    <dgm:cxn modelId="{54C807B7-98D5-40AD-95C4-3B2A324C27E7}" type="presOf" srcId="{34D0F114-9A64-40D6-A58F-76892CA9D024}" destId="{D1E749FA-66FE-4F63-A96B-8DCD1D4C3D18}" srcOrd="0" destOrd="0" presId="urn:microsoft.com/office/officeart/2018/2/layout/IconVerticalSolidList"/>
    <dgm:cxn modelId="{F080FCC7-2883-42A7-BC6F-26A0F0D9868A}" srcId="{DC4457A8-B49B-4441-A061-4DD55EFD031F}" destId="{65CA034A-6092-4E9F-8A60-7EEFE4644905}" srcOrd="1" destOrd="0" parTransId="{101BAC48-446C-4628-8207-20ED3E49BAEA}" sibTransId="{B09B7AD0-9D12-43D6-9476-906C8A008355}"/>
    <dgm:cxn modelId="{95E5FFF3-159F-460E-BADC-ACEA8DF8DE6C}" type="presOf" srcId="{024B961D-99A9-4A05-B945-04AFD8FF3B20}" destId="{4986D287-C6D0-4276-83A2-FE96D882EE6A}" srcOrd="0" destOrd="0" presId="urn:microsoft.com/office/officeart/2018/2/layout/IconVerticalSolidList"/>
    <dgm:cxn modelId="{3840B641-7DAB-4B91-914F-96E506143783}" type="presParOf" srcId="{401149EC-9207-49D1-B4E8-F9D565245E1C}" destId="{0FF39C26-6F09-49AA-9E87-656C06AFFEBA}" srcOrd="0" destOrd="0" presId="urn:microsoft.com/office/officeart/2018/2/layout/IconVerticalSolidList"/>
    <dgm:cxn modelId="{451FBE11-0AB8-4C1C-81D6-D39A186D996E}" type="presParOf" srcId="{0FF39C26-6F09-49AA-9E87-656C06AFFEBA}" destId="{A2055678-746F-46F8-9DA7-F7B4818D61EE}" srcOrd="0" destOrd="0" presId="urn:microsoft.com/office/officeart/2018/2/layout/IconVerticalSolidList"/>
    <dgm:cxn modelId="{CC71304F-24F7-42CA-8F71-2E731B4C0A1D}" type="presParOf" srcId="{0FF39C26-6F09-49AA-9E87-656C06AFFEBA}" destId="{F81AA432-B4D6-49D1-9281-80ADAEBAF636}" srcOrd="1" destOrd="0" presId="urn:microsoft.com/office/officeart/2018/2/layout/IconVerticalSolidList"/>
    <dgm:cxn modelId="{5AE8E9AD-00C8-4170-803E-BC4D5A57FCAD}" type="presParOf" srcId="{0FF39C26-6F09-49AA-9E87-656C06AFFEBA}" destId="{1A6B0476-2A20-4B9A-BE1B-4307D372E362}" srcOrd="2" destOrd="0" presId="urn:microsoft.com/office/officeart/2018/2/layout/IconVerticalSolidList"/>
    <dgm:cxn modelId="{899E8313-040E-4374-9DA4-7474F642F88D}" type="presParOf" srcId="{0FF39C26-6F09-49AA-9E87-656C06AFFEBA}" destId="{D1E749FA-66FE-4F63-A96B-8DCD1D4C3D18}" srcOrd="3" destOrd="0" presId="urn:microsoft.com/office/officeart/2018/2/layout/IconVerticalSolidList"/>
    <dgm:cxn modelId="{E93A8F36-F264-4E66-BD25-328CD919B6F3}" type="presParOf" srcId="{401149EC-9207-49D1-B4E8-F9D565245E1C}" destId="{0DB219F1-DD11-4A1C-8AD0-CF4669340EE0}" srcOrd="1" destOrd="0" presId="urn:microsoft.com/office/officeart/2018/2/layout/IconVerticalSolidList"/>
    <dgm:cxn modelId="{6B4FC080-1FE9-429C-927F-9B8A10A8C440}" type="presParOf" srcId="{401149EC-9207-49D1-B4E8-F9D565245E1C}" destId="{B5688A9B-3619-40A3-A797-FB70879D624F}" srcOrd="2" destOrd="0" presId="urn:microsoft.com/office/officeart/2018/2/layout/IconVerticalSolidList"/>
    <dgm:cxn modelId="{3756D5EF-EC40-463B-96E1-CD9A8EE95C06}" type="presParOf" srcId="{B5688A9B-3619-40A3-A797-FB70879D624F}" destId="{3172E982-866D-4F27-A2D7-715FCB9BF603}" srcOrd="0" destOrd="0" presId="urn:microsoft.com/office/officeart/2018/2/layout/IconVerticalSolidList"/>
    <dgm:cxn modelId="{33280D1F-FD89-4FA5-BBD1-9892D43831DC}" type="presParOf" srcId="{B5688A9B-3619-40A3-A797-FB70879D624F}" destId="{3A39469C-5DC7-48A4-8A3D-625CFF0E2275}" srcOrd="1" destOrd="0" presId="urn:microsoft.com/office/officeart/2018/2/layout/IconVerticalSolidList"/>
    <dgm:cxn modelId="{20446E7D-13FB-47DD-83FA-D7334B2EBBB6}" type="presParOf" srcId="{B5688A9B-3619-40A3-A797-FB70879D624F}" destId="{1D9E2538-A0C3-426A-931E-0237B0232DC3}" srcOrd="2" destOrd="0" presId="urn:microsoft.com/office/officeart/2018/2/layout/IconVerticalSolidList"/>
    <dgm:cxn modelId="{A45BD0F1-1ED0-458B-87E0-D62FBB207F2E}" type="presParOf" srcId="{B5688A9B-3619-40A3-A797-FB70879D624F}" destId="{7E9B24EC-AFB5-4256-8574-4BBCC056A2FB}" srcOrd="3" destOrd="0" presId="urn:microsoft.com/office/officeart/2018/2/layout/IconVerticalSolidList"/>
    <dgm:cxn modelId="{D82F706C-5BD1-4C19-8BFE-89E86F33F70C}" type="presParOf" srcId="{401149EC-9207-49D1-B4E8-F9D565245E1C}" destId="{D74BBC51-0822-49AC-8154-F2C8B784A075}" srcOrd="3" destOrd="0" presId="urn:microsoft.com/office/officeart/2018/2/layout/IconVerticalSolidList"/>
    <dgm:cxn modelId="{F53F2869-7ECA-4309-8175-0B257D340A99}" type="presParOf" srcId="{401149EC-9207-49D1-B4E8-F9D565245E1C}" destId="{04B17150-8A7D-46D7-8552-C31AB9034E81}" srcOrd="4" destOrd="0" presId="urn:microsoft.com/office/officeart/2018/2/layout/IconVerticalSolidList"/>
    <dgm:cxn modelId="{D2868023-AA73-493D-AAC2-FA4C3F741968}" type="presParOf" srcId="{04B17150-8A7D-46D7-8552-C31AB9034E81}" destId="{29158CCC-7A1E-4405-BD5A-701D225E0C43}" srcOrd="0" destOrd="0" presId="urn:microsoft.com/office/officeart/2018/2/layout/IconVerticalSolidList"/>
    <dgm:cxn modelId="{1A5AF8C4-8B79-4E3B-9341-20C6E23E1659}" type="presParOf" srcId="{04B17150-8A7D-46D7-8552-C31AB9034E81}" destId="{BD52B599-6D59-459C-A468-FE2DE468357A}" srcOrd="1" destOrd="0" presId="urn:microsoft.com/office/officeart/2018/2/layout/IconVerticalSolidList"/>
    <dgm:cxn modelId="{96FE5DB4-D5DC-4D98-8758-215086918CDC}" type="presParOf" srcId="{04B17150-8A7D-46D7-8552-C31AB9034E81}" destId="{57B7A033-2628-41A7-8C2B-4821E680E93D}" srcOrd="2" destOrd="0" presId="urn:microsoft.com/office/officeart/2018/2/layout/IconVerticalSolidList"/>
    <dgm:cxn modelId="{5786A73E-8CFE-44C6-BB1E-968CBF9228F0}" type="presParOf" srcId="{04B17150-8A7D-46D7-8552-C31AB9034E81}" destId="{8EB39A81-70CE-4382-96DC-779D0510CF72}" srcOrd="3" destOrd="0" presId="urn:microsoft.com/office/officeart/2018/2/layout/IconVerticalSolidList"/>
    <dgm:cxn modelId="{353AA53B-AFF8-4CAD-B260-9E3D973BFC45}" type="presParOf" srcId="{401149EC-9207-49D1-B4E8-F9D565245E1C}" destId="{5F093D67-EAEC-403C-833F-353256919AA0}" srcOrd="5" destOrd="0" presId="urn:microsoft.com/office/officeart/2018/2/layout/IconVerticalSolidList"/>
    <dgm:cxn modelId="{3B358E2F-4FF2-4776-BE61-2CC43104C516}" type="presParOf" srcId="{401149EC-9207-49D1-B4E8-F9D565245E1C}" destId="{FB8BC707-0D38-4751-A081-B1F58575A0E9}" srcOrd="6" destOrd="0" presId="urn:microsoft.com/office/officeart/2018/2/layout/IconVerticalSolidList"/>
    <dgm:cxn modelId="{2A49C201-CFC0-4C30-92EB-181220CD1F3A}" type="presParOf" srcId="{FB8BC707-0D38-4751-A081-B1F58575A0E9}" destId="{80B0935F-6CB1-49B9-B28C-8A09FB5954B6}" srcOrd="0" destOrd="0" presId="urn:microsoft.com/office/officeart/2018/2/layout/IconVerticalSolidList"/>
    <dgm:cxn modelId="{AA7E845E-B327-446A-81D6-DA2022CD4C14}" type="presParOf" srcId="{FB8BC707-0D38-4751-A081-B1F58575A0E9}" destId="{A4AD40C2-C887-4DDA-A03F-CAA69C390AE0}" srcOrd="1" destOrd="0" presId="urn:microsoft.com/office/officeart/2018/2/layout/IconVerticalSolidList"/>
    <dgm:cxn modelId="{BB7BE4C5-17CD-468B-BF30-6FCF2F8EA12E}" type="presParOf" srcId="{FB8BC707-0D38-4751-A081-B1F58575A0E9}" destId="{D4841DB2-87A9-47E4-89BF-2681D325A6D3}" srcOrd="2" destOrd="0" presId="urn:microsoft.com/office/officeart/2018/2/layout/IconVerticalSolidList"/>
    <dgm:cxn modelId="{049B228C-9507-45BD-82D4-8554FBDFA21B}" type="presParOf" srcId="{FB8BC707-0D38-4751-A081-B1F58575A0E9}" destId="{4986D287-C6D0-4276-83A2-FE96D882EE6A}"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56A580B-A48F-4A1E-8224-A370098096EF}" type="doc">
      <dgm:prSet loTypeId="urn:microsoft.com/office/officeart/2005/8/layout/vList2" loCatId="list" qsTypeId="urn:microsoft.com/office/officeart/2005/8/quickstyle/simple4" qsCatId="simple" csTypeId="urn:microsoft.com/office/officeart/2005/8/colors/colorful5" csCatId="colorful"/>
      <dgm:spPr/>
      <dgm:t>
        <a:bodyPr/>
        <a:lstStyle/>
        <a:p>
          <a:endParaRPr lang="en-US"/>
        </a:p>
      </dgm:t>
    </dgm:pt>
    <dgm:pt modelId="{74C3D1A3-A207-425D-921F-272C173C5B8B}">
      <dgm:prSet/>
      <dgm:spPr/>
      <dgm:t>
        <a:bodyPr/>
        <a:lstStyle/>
        <a:p>
          <a:r>
            <a:rPr lang="en-US" b="0"/>
            <a:t>• Dataset contains labeled images of 'Awake' and 'Drowsy' faces.</a:t>
          </a:r>
          <a:endParaRPr lang="en-US"/>
        </a:p>
      </dgm:t>
    </dgm:pt>
    <dgm:pt modelId="{49D69BEF-2E6B-440F-ACE4-DB0DB52DD0DA}" type="parTrans" cxnId="{142B1F12-15D9-443E-9AE5-55F4D3EC90EA}">
      <dgm:prSet/>
      <dgm:spPr/>
      <dgm:t>
        <a:bodyPr/>
        <a:lstStyle/>
        <a:p>
          <a:endParaRPr lang="en-US"/>
        </a:p>
      </dgm:t>
    </dgm:pt>
    <dgm:pt modelId="{6D4D5A09-EBEA-4A68-AA79-78A3EBB6B55F}" type="sibTrans" cxnId="{142B1F12-15D9-443E-9AE5-55F4D3EC90EA}">
      <dgm:prSet/>
      <dgm:spPr/>
      <dgm:t>
        <a:bodyPr/>
        <a:lstStyle/>
        <a:p>
          <a:endParaRPr lang="en-US"/>
        </a:p>
      </dgm:t>
    </dgm:pt>
    <dgm:pt modelId="{5C0E376F-8C17-4DBA-B730-430B2BA84221}">
      <dgm:prSet/>
      <dgm:spPr/>
      <dgm:t>
        <a:bodyPr/>
        <a:lstStyle/>
        <a:p>
          <a:r>
            <a:rPr lang="en-US" b="0"/>
            <a:t>• Images preprocessed to 224x224 pixels.</a:t>
          </a:r>
          <a:endParaRPr lang="en-US"/>
        </a:p>
      </dgm:t>
    </dgm:pt>
    <dgm:pt modelId="{FB1936BE-5997-4311-A538-DA917C9999D7}" type="parTrans" cxnId="{19A50B48-CFFD-401F-84D2-B04203F37381}">
      <dgm:prSet/>
      <dgm:spPr/>
      <dgm:t>
        <a:bodyPr/>
        <a:lstStyle/>
        <a:p>
          <a:endParaRPr lang="en-US"/>
        </a:p>
      </dgm:t>
    </dgm:pt>
    <dgm:pt modelId="{7208A3B9-ED13-4FDD-9403-42D1EA86C8D3}" type="sibTrans" cxnId="{19A50B48-CFFD-401F-84D2-B04203F37381}">
      <dgm:prSet/>
      <dgm:spPr/>
      <dgm:t>
        <a:bodyPr/>
        <a:lstStyle/>
        <a:p>
          <a:endParaRPr lang="en-US"/>
        </a:p>
      </dgm:t>
    </dgm:pt>
    <dgm:pt modelId="{84F25AD6-5591-4E17-847C-6CAB470E9D67}">
      <dgm:prSet/>
      <dgm:spPr/>
      <dgm:t>
        <a:bodyPr/>
        <a:lstStyle/>
        <a:p>
          <a:r>
            <a:rPr lang="en-US" b="0"/>
            <a:t>• Augmentation applied to enhance generalization.</a:t>
          </a:r>
          <a:endParaRPr lang="en-US"/>
        </a:p>
      </dgm:t>
    </dgm:pt>
    <dgm:pt modelId="{5588A923-C134-4C4C-8648-4DEE87844A42}" type="parTrans" cxnId="{95E6E724-4165-4BC5-B9B7-FC0792441231}">
      <dgm:prSet/>
      <dgm:spPr/>
      <dgm:t>
        <a:bodyPr/>
        <a:lstStyle/>
        <a:p>
          <a:endParaRPr lang="en-US"/>
        </a:p>
      </dgm:t>
    </dgm:pt>
    <dgm:pt modelId="{FEF09F20-D869-4D2A-B640-671B861196B5}" type="sibTrans" cxnId="{95E6E724-4165-4BC5-B9B7-FC0792441231}">
      <dgm:prSet/>
      <dgm:spPr/>
      <dgm:t>
        <a:bodyPr/>
        <a:lstStyle/>
        <a:p>
          <a:endParaRPr lang="en-US"/>
        </a:p>
      </dgm:t>
    </dgm:pt>
    <dgm:pt modelId="{21644036-EEFE-4935-A8D8-B0B62952DE21}">
      <dgm:prSet/>
      <dgm:spPr/>
      <dgm:t>
        <a:bodyPr/>
        <a:lstStyle/>
        <a:p>
          <a:r>
            <a:rPr lang="en-US" b="0"/>
            <a:t>• Split into training and validation sets.</a:t>
          </a:r>
          <a:endParaRPr lang="en-US"/>
        </a:p>
      </dgm:t>
    </dgm:pt>
    <dgm:pt modelId="{E5F9ADA7-8C03-4F0F-BBB6-8F727DC2FAF2}" type="parTrans" cxnId="{A5B9C09F-094F-4952-8C7B-5A3A038E2F05}">
      <dgm:prSet/>
      <dgm:spPr/>
      <dgm:t>
        <a:bodyPr/>
        <a:lstStyle/>
        <a:p>
          <a:endParaRPr lang="en-US"/>
        </a:p>
      </dgm:t>
    </dgm:pt>
    <dgm:pt modelId="{1C415FC3-3A7E-4DEB-831B-AF365CF12398}" type="sibTrans" cxnId="{A5B9C09F-094F-4952-8C7B-5A3A038E2F05}">
      <dgm:prSet/>
      <dgm:spPr/>
      <dgm:t>
        <a:bodyPr/>
        <a:lstStyle/>
        <a:p>
          <a:endParaRPr lang="en-US"/>
        </a:p>
      </dgm:t>
    </dgm:pt>
    <dgm:pt modelId="{1B4B95A2-C614-4DCF-8DC6-4222ED647116}" type="pres">
      <dgm:prSet presAssocID="{856A580B-A48F-4A1E-8224-A370098096EF}" presName="linear" presStyleCnt="0">
        <dgm:presLayoutVars>
          <dgm:animLvl val="lvl"/>
          <dgm:resizeHandles val="exact"/>
        </dgm:presLayoutVars>
      </dgm:prSet>
      <dgm:spPr/>
    </dgm:pt>
    <dgm:pt modelId="{23A88510-C3AD-42C8-B054-6F583DBC6320}" type="pres">
      <dgm:prSet presAssocID="{74C3D1A3-A207-425D-921F-272C173C5B8B}" presName="parentText" presStyleLbl="node1" presStyleIdx="0" presStyleCnt="4">
        <dgm:presLayoutVars>
          <dgm:chMax val="0"/>
          <dgm:bulletEnabled val="1"/>
        </dgm:presLayoutVars>
      </dgm:prSet>
      <dgm:spPr/>
    </dgm:pt>
    <dgm:pt modelId="{FAE8934E-CBC4-496E-BEBB-11A37DDC6798}" type="pres">
      <dgm:prSet presAssocID="{6D4D5A09-EBEA-4A68-AA79-78A3EBB6B55F}" presName="spacer" presStyleCnt="0"/>
      <dgm:spPr/>
    </dgm:pt>
    <dgm:pt modelId="{DAF71FE4-0EEA-441D-B961-3F8004750EB2}" type="pres">
      <dgm:prSet presAssocID="{5C0E376F-8C17-4DBA-B730-430B2BA84221}" presName="parentText" presStyleLbl="node1" presStyleIdx="1" presStyleCnt="4">
        <dgm:presLayoutVars>
          <dgm:chMax val="0"/>
          <dgm:bulletEnabled val="1"/>
        </dgm:presLayoutVars>
      </dgm:prSet>
      <dgm:spPr/>
    </dgm:pt>
    <dgm:pt modelId="{EC240F4B-7582-4B80-8587-B43D07A7B3BA}" type="pres">
      <dgm:prSet presAssocID="{7208A3B9-ED13-4FDD-9403-42D1EA86C8D3}" presName="spacer" presStyleCnt="0"/>
      <dgm:spPr/>
    </dgm:pt>
    <dgm:pt modelId="{1E8743C5-A427-4BF4-9C7B-B8BFF61B4591}" type="pres">
      <dgm:prSet presAssocID="{84F25AD6-5591-4E17-847C-6CAB470E9D67}" presName="parentText" presStyleLbl="node1" presStyleIdx="2" presStyleCnt="4">
        <dgm:presLayoutVars>
          <dgm:chMax val="0"/>
          <dgm:bulletEnabled val="1"/>
        </dgm:presLayoutVars>
      </dgm:prSet>
      <dgm:spPr/>
    </dgm:pt>
    <dgm:pt modelId="{6E111CAD-8CBC-4AE1-9476-8121063AE340}" type="pres">
      <dgm:prSet presAssocID="{FEF09F20-D869-4D2A-B640-671B861196B5}" presName="spacer" presStyleCnt="0"/>
      <dgm:spPr/>
    </dgm:pt>
    <dgm:pt modelId="{D2D736C2-FCB2-4069-950B-9D30FBE81E3D}" type="pres">
      <dgm:prSet presAssocID="{21644036-EEFE-4935-A8D8-B0B62952DE21}" presName="parentText" presStyleLbl="node1" presStyleIdx="3" presStyleCnt="4">
        <dgm:presLayoutVars>
          <dgm:chMax val="0"/>
          <dgm:bulletEnabled val="1"/>
        </dgm:presLayoutVars>
      </dgm:prSet>
      <dgm:spPr/>
    </dgm:pt>
  </dgm:ptLst>
  <dgm:cxnLst>
    <dgm:cxn modelId="{142B1F12-15D9-443E-9AE5-55F4D3EC90EA}" srcId="{856A580B-A48F-4A1E-8224-A370098096EF}" destId="{74C3D1A3-A207-425D-921F-272C173C5B8B}" srcOrd="0" destOrd="0" parTransId="{49D69BEF-2E6B-440F-ACE4-DB0DB52DD0DA}" sibTransId="{6D4D5A09-EBEA-4A68-AA79-78A3EBB6B55F}"/>
    <dgm:cxn modelId="{95E6E724-4165-4BC5-B9B7-FC0792441231}" srcId="{856A580B-A48F-4A1E-8224-A370098096EF}" destId="{84F25AD6-5591-4E17-847C-6CAB470E9D67}" srcOrd="2" destOrd="0" parTransId="{5588A923-C134-4C4C-8648-4DEE87844A42}" sibTransId="{FEF09F20-D869-4D2A-B640-671B861196B5}"/>
    <dgm:cxn modelId="{4EAC983B-A1B8-4B96-B177-07F843D5A126}" type="presOf" srcId="{5C0E376F-8C17-4DBA-B730-430B2BA84221}" destId="{DAF71FE4-0EEA-441D-B961-3F8004750EB2}" srcOrd="0" destOrd="0" presId="urn:microsoft.com/office/officeart/2005/8/layout/vList2"/>
    <dgm:cxn modelId="{19A50B48-CFFD-401F-84D2-B04203F37381}" srcId="{856A580B-A48F-4A1E-8224-A370098096EF}" destId="{5C0E376F-8C17-4DBA-B730-430B2BA84221}" srcOrd="1" destOrd="0" parTransId="{FB1936BE-5997-4311-A538-DA917C9999D7}" sibTransId="{7208A3B9-ED13-4FDD-9403-42D1EA86C8D3}"/>
    <dgm:cxn modelId="{E10E2252-59A6-4EFD-9974-05B8D4E66189}" type="presOf" srcId="{856A580B-A48F-4A1E-8224-A370098096EF}" destId="{1B4B95A2-C614-4DCF-8DC6-4222ED647116}" srcOrd="0" destOrd="0" presId="urn:microsoft.com/office/officeart/2005/8/layout/vList2"/>
    <dgm:cxn modelId="{2A0ACA79-C629-4EB1-946B-E1B516E01CE8}" type="presOf" srcId="{74C3D1A3-A207-425D-921F-272C173C5B8B}" destId="{23A88510-C3AD-42C8-B054-6F583DBC6320}" srcOrd="0" destOrd="0" presId="urn:microsoft.com/office/officeart/2005/8/layout/vList2"/>
    <dgm:cxn modelId="{08921586-E8B2-48F2-9F1F-0058193C5C6F}" type="presOf" srcId="{84F25AD6-5591-4E17-847C-6CAB470E9D67}" destId="{1E8743C5-A427-4BF4-9C7B-B8BFF61B4591}" srcOrd="0" destOrd="0" presId="urn:microsoft.com/office/officeart/2005/8/layout/vList2"/>
    <dgm:cxn modelId="{CC27C699-E020-4D5E-9708-1046C6FE5F6C}" type="presOf" srcId="{21644036-EEFE-4935-A8D8-B0B62952DE21}" destId="{D2D736C2-FCB2-4069-950B-9D30FBE81E3D}" srcOrd="0" destOrd="0" presId="urn:microsoft.com/office/officeart/2005/8/layout/vList2"/>
    <dgm:cxn modelId="{A5B9C09F-094F-4952-8C7B-5A3A038E2F05}" srcId="{856A580B-A48F-4A1E-8224-A370098096EF}" destId="{21644036-EEFE-4935-A8D8-B0B62952DE21}" srcOrd="3" destOrd="0" parTransId="{E5F9ADA7-8C03-4F0F-BBB6-8F727DC2FAF2}" sibTransId="{1C415FC3-3A7E-4DEB-831B-AF365CF12398}"/>
    <dgm:cxn modelId="{B93C0BBF-A710-4ED7-8971-9B10D2852803}" type="presParOf" srcId="{1B4B95A2-C614-4DCF-8DC6-4222ED647116}" destId="{23A88510-C3AD-42C8-B054-6F583DBC6320}" srcOrd="0" destOrd="0" presId="urn:microsoft.com/office/officeart/2005/8/layout/vList2"/>
    <dgm:cxn modelId="{9CA2AA6F-B74A-4700-A04A-C6F156180640}" type="presParOf" srcId="{1B4B95A2-C614-4DCF-8DC6-4222ED647116}" destId="{FAE8934E-CBC4-496E-BEBB-11A37DDC6798}" srcOrd="1" destOrd="0" presId="urn:microsoft.com/office/officeart/2005/8/layout/vList2"/>
    <dgm:cxn modelId="{AAA94900-7BC7-41F0-B68C-C58A82F19C51}" type="presParOf" srcId="{1B4B95A2-C614-4DCF-8DC6-4222ED647116}" destId="{DAF71FE4-0EEA-441D-B961-3F8004750EB2}" srcOrd="2" destOrd="0" presId="urn:microsoft.com/office/officeart/2005/8/layout/vList2"/>
    <dgm:cxn modelId="{A7F3AE6A-5DDF-4591-AC9C-73565879F0DC}" type="presParOf" srcId="{1B4B95A2-C614-4DCF-8DC6-4222ED647116}" destId="{EC240F4B-7582-4B80-8587-B43D07A7B3BA}" srcOrd="3" destOrd="0" presId="urn:microsoft.com/office/officeart/2005/8/layout/vList2"/>
    <dgm:cxn modelId="{E82D8512-B4AC-46E8-BBEB-464A3FD35896}" type="presParOf" srcId="{1B4B95A2-C614-4DCF-8DC6-4222ED647116}" destId="{1E8743C5-A427-4BF4-9C7B-B8BFF61B4591}" srcOrd="4" destOrd="0" presId="urn:microsoft.com/office/officeart/2005/8/layout/vList2"/>
    <dgm:cxn modelId="{34ED6878-DD0B-45DB-AA28-22CFA38BEE8E}" type="presParOf" srcId="{1B4B95A2-C614-4DCF-8DC6-4222ED647116}" destId="{6E111CAD-8CBC-4AE1-9476-8121063AE340}" srcOrd="5" destOrd="0" presId="urn:microsoft.com/office/officeart/2005/8/layout/vList2"/>
    <dgm:cxn modelId="{9ACF1388-9B1F-4472-834A-24254E26803B}" type="presParOf" srcId="{1B4B95A2-C614-4DCF-8DC6-4222ED647116}" destId="{D2D736C2-FCB2-4069-950B-9D30FBE81E3D}"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E4EAD804-4CEE-4261-B1EC-F4C2A2C9CED3}" type="doc">
      <dgm:prSet loTypeId="urn:microsoft.com/office/officeart/2005/8/layout/vList2" loCatId="list" qsTypeId="urn:microsoft.com/office/officeart/2005/8/quickstyle/simple4" qsCatId="simple" csTypeId="urn:microsoft.com/office/officeart/2005/8/colors/colorful5" csCatId="colorful"/>
      <dgm:spPr/>
      <dgm:t>
        <a:bodyPr/>
        <a:lstStyle/>
        <a:p>
          <a:endParaRPr lang="en-US"/>
        </a:p>
      </dgm:t>
    </dgm:pt>
    <dgm:pt modelId="{0616C5B8-3731-4FAD-A646-65CAE3AE26AF}">
      <dgm:prSet/>
      <dgm:spPr/>
      <dgm:t>
        <a:bodyPr/>
        <a:lstStyle/>
        <a:p>
          <a:r>
            <a:rPr lang="en-US" b="0"/>
            <a:t>• Base model: MobileNet (lightweight CNN).</a:t>
          </a:r>
          <a:endParaRPr lang="en-US"/>
        </a:p>
      </dgm:t>
    </dgm:pt>
    <dgm:pt modelId="{06F0593B-7766-45E6-8962-7C04DA2F99FC}" type="parTrans" cxnId="{175D3026-F394-42F2-8096-A48C690EC337}">
      <dgm:prSet/>
      <dgm:spPr/>
      <dgm:t>
        <a:bodyPr/>
        <a:lstStyle/>
        <a:p>
          <a:endParaRPr lang="en-US"/>
        </a:p>
      </dgm:t>
    </dgm:pt>
    <dgm:pt modelId="{369C58EB-3296-471A-95BB-724374747FEF}" type="sibTrans" cxnId="{175D3026-F394-42F2-8096-A48C690EC337}">
      <dgm:prSet/>
      <dgm:spPr/>
      <dgm:t>
        <a:bodyPr/>
        <a:lstStyle/>
        <a:p>
          <a:endParaRPr lang="en-US"/>
        </a:p>
      </dgm:t>
    </dgm:pt>
    <dgm:pt modelId="{55019670-859B-4E02-BCA4-0943B7FB817C}">
      <dgm:prSet/>
      <dgm:spPr/>
      <dgm:t>
        <a:bodyPr/>
        <a:lstStyle/>
        <a:p>
          <a:r>
            <a:rPr lang="en-US" b="0"/>
            <a:t>• Fine-tuned with custom classifier head.</a:t>
          </a:r>
          <a:endParaRPr lang="en-US"/>
        </a:p>
      </dgm:t>
    </dgm:pt>
    <dgm:pt modelId="{EAF762AC-BBDB-4E82-BD1D-EFEFAEC15E3C}" type="parTrans" cxnId="{DDC6468E-4422-4676-B83E-0DC75EB8EB5F}">
      <dgm:prSet/>
      <dgm:spPr/>
      <dgm:t>
        <a:bodyPr/>
        <a:lstStyle/>
        <a:p>
          <a:endParaRPr lang="en-US"/>
        </a:p>
      </dgm:t>
    </dgm:pt>
    <dgm:pt modelId="{AA52BAF8-5360-49B6-94AF-CC4D866ABA21}" type="sibTrans" cxnId="{DDC6468E-4422-4676-B83E-0DC75EB8EB5F}">
      <dgm:prSet/>
      <dgm:spPr/>
      <dgm:t>
        <a:bodyPr/>
        <a:lstStyle/>
        <a:p>
          <a:endParaRPr lang="en-US"/>
        </a:p>
      </dgm:t>
    </dgm:pt>
    <dgm:pt modelId="{A553A104-437B-4238-97C6-7A9D3B328FEB}">
      <dgm:prSet/>
      <dgm:spPr/>
      <dgm:t>
        <a:bodyPr/>
        <a:lstStyle/>
        <a:p>
          <a:r>
            <a:rPr lang="en-US" b="0"/>
            <a:t>• Output: Binary classification (Awake / Drowsy).</a:t>
          </a:r>
          <a:endParaRPr lang="en-US"/>
        </a:p>
      </dgm:t>
    </dgm:pt>
    <dgm:pt modelId="{F16F2DDD-047F-4237-913F-6C8343033AE7}" type="parTrans" cxnId="{CEC8BB80-D02E-43D1-B584-2125F778F93D}">
      <dgm:prSet/>
      <dgm:spPr/>
      <dgm:t>
        <a:bodyPr/>
        <a:lstStyle/>
        <a:p>
          <a:endParaRPr lang="en-US"/>
        </a:p>
      </dgm:t>
    </dgm:pt>
    <dgm:pt modelId="{1B3EC205-A4DC-4ACB-BC48-FDE1C0F64369}" type="sibTrans" cxnId="{CEC8BB80-D02E-43D1-B584-2125F778F93D}">
      <dgm:prSet/>
      <dgm:spPr/>
      <dgm:t>
        <a:bodyPr/>
        <a:lstStyle/>
        <a:p>
          <a:endParaRPr lang="en-US"/>
        </a:p>
      </dgm:t>
    </dgm:pt>
    <dgm:pt modelId="{C0FC1996-3D86-43B2-95EF-6B0A9D76CF22}">
      <dgm:prSet/>
      <dgm:spPr/>
      <dgm:t>
        <a:bodyPr/>
        <a:lstStyle/>
        <a:p>
          <a:r>
            <a:rPr lang="en-US" b="0"/>
            <a:t>• Accuracy: Train 98%, Validation 84.5%.</a:t>
          </a:r>
          <a:endParaRPr lang="en-US"/>
        </a:p>
      </dgm:t>
    </dgm:pt>
    <dgm:pt modelId="{43F82AF6-920A-4869-86A3-AB365DF95C0E}" type="parTrans" cxnId="{DA722556-19E0-4D04-BB9A-38E2E821C8F3}">
      <dgm:prSet/>
      <dgm:spPr/>
      <dgm:t>
        <a:bodyPr/>
        <a:lstStyle/>
        <a:p>
          <a:endParaRPr lang="en-US"/>
        </a:p>
      </dgm:t>
    </dgm:pt>
    <dgm:pt modelId="{5636F76C-6414-4688-B6F6-DDE5B65862DA}" type="sibTrans" cxnId="{DA722556-19E0-4D04-BB9A-38E2E821C8F3}">
      <dgm:prSet/>
      <dgm:spPr/>
      <dgm:t>
        <a:bodyPr/>
        <a:lstStyle/>
        <a:p>
          <a:endParaRPr lang="en-US"/>
        </a:p>
      </dgm:t>
    </dgm:pt>
    <dgm:pt modelId="{7EDCCCA4-35BD-4CA2-A852-40425F14A8AB}" type="pres">
      <dgm:prSet presAssocID="{E4EAD804-4CEE-4261-B1EC-F4C2A2C9CED3}" presName="linear" presStyleCnt="0">
        <dgm:presLayoutVars>
          <dgm:animLvl val="lvl"/>
          <dgm:resizeHandles val="exact"/>
        </dgm:presLayoutVars>
      </dgm:prSet>
      <dgm:spPr/>
    </dgm:pt>
    <dgm:pt modelId="{92B34AC6-C916-4DCA-9532-36ECE7424DFC}" type="pres">
      <dgm:prSet presAssocID="{0616C5B8-3731-4FAD-A646-65CAE3AE26AF}" presName="parentText" presStyleLbl="node1" presStyleIdx="0" presStyleCnt="4">
        <dgm:presLayoutVars>
          <dgm:chMax val="0"/>
          <dgm:bulletEnabled val="1"/>
        </dgm:presLayoutVars>
      </dgm:prSet>
      <dgm:spPr/>
    </dgm:pt>
    <dgm:pt modelId="{8212B903-2473-4D4A-A779-E64A15CFFD59}" type="pres">
      <dgm:prSet presAssocID="{369C58EB-3296-471A-95BB-724374747FEF}" presName="spacer" presStyleCnt="0"/>
      <dgm:spPr/>
    </dgm:pt>
    <dgm:pt modelId="{BADDE500-7D9B-43D8-AFC9-3E5DC7791FA0}" type="pres">
      <dgm:prSet presAssocID="{55019670-859B-4E02-BCA4-0943B7FB817C}" presName="parentText" presStyleLbl="node1" presStyleIdx="1" presStyleCnt="4">
        <dgm:presLayoutVars>
          <dgm:chMax val="0"/>
          <dgm:bulletEnabled val="1"/>
        </dgm:presLayoutVars>
      </dgm:prSet>
      <dgm:spPr/>
    </dgm:pt>
    <dgm:pt modelId="{6565F6FB-3CE3-4099-96FE-89F2B9300247}" type="pres">
      <dgm:prSet presAssocID="{AA52BAF8-5360-49B6-94AF-CC4D866ABA21}" presName="spacer" presStyleCnt="0"/>
      <dgm:spPr/>
    </dgm:pt>
    <dgm:pt modelId="{6BB1FB1B-CC46-4747-BC74-A89D5D88DCFE}" type="pres">
      <dgm:prSet presAssocID="{A553A104-437B-4238-97C6-7A9D3B328FEB}" presName="parentText" presStyleLbl="node1" presStyleIdx="2" presStyleCnt="4">
        <dgm:presLayoutVars>
          <dgm:chMax val="0"/>
          <dgm:bulletEnabled val="1"/>
        </dgm:presLayoutVars>
      </dgm:prSet>
      <dgm:spPr/>
    </dgm:pt>
    <dgm:pt modelId="{B105CDD1-DF0A-410C-8179-EC00D46C7EBC}" type="pres">
      <dgm:prSet presAssocID="{1B3EC205-A4DC-4ACB-BC48-FDE1C0F64369}" presName="spacer" presStyleCnt="0"/>
      <dgm:spPr/>
    </dgm:pt>
    <dgm:pt modelId="{71BB33E9-3D06-4CD3-B998-295220A52140}" type="pres">
      <dgm:prSet presAssocID="{C0FC1996-3D86-43B2-95EF-6B0A9D76CF22}" presName="parentText" presStyleLbl="node1" presStyleIdx="3" presStyleCnt="4">
        <dgm:presLayoutVars>
          <dgm:chMax val="0"/>
          <dgm:bulletEnabled val="1"/>
        </dgm:presLayoutVars>
      </dgm:prSet>
      <dgm:spPr/>
    </dgm:pt>
  </dgm:ptLst>
  <dgm:cxnLst>
    <dgm:cxn modelId="{175D3026-F394-42F2-8096-A48C690EC337}" srcId="{E4EAD804-4CEE-4261-B1EC-F4C2A2C9CED3}" destId="{0616C5B8-3731-4FAD-A646-65CAE3AE26AF}" srcOrd="0" destOrd="0" parTransId="{06F0593B-7766-45E6-8962-7C04DA2F99FC}" sibTransId="{369C58EB-3296-471A-95BB-724374747FEF}"/>
    <dgm:cxn modelId="{0C422A5F-A155-4D5E-A98C-9272EFC1B81A}" type="presOf" srcId="{55019670-859B-4E02-BCA4-0943B7FB817C}" destId="{BADDE500-7D9B-43D8-AFC9-3E5DC7791FA0}" srcOrd="0" destOrd="0" presId="urn:microsoft.com/office/officeart/2005/8/layout/vList2"/>
    <dgm:cxn modelId="{73B4286B-FA9F-4C50-BD2F-D6F453263440}" type="presOf" srcId="{0616C5B8-3731-4FAD-A646-65CAE3AE26AF}" destId="{92B34AC6-C916-4DCA-9532-36ECE7424DFC}" srcOrd="0" destOrd="0" presId="urn:microsoft.com/office/officeart/2005/8/layout/vList2"/>
    <dgm:cxn modelId="{764D274D-343E-4484-A534-7E6110A6536D}" type="presOf" srcId="{E4EAD804-4CEE-4261-B1EC-F4C2A2C9CED3}" destId="{7EDCCCA4-35BD-4CA2-A852-40425F14A8AB}" srcOrd="0" destOrd="0" presId="urn:microsoft.com/office/officeart/2005/8/layout/vList2"/>
    <dgm:cxn modelId="{DA722556-19E0-4D04-BB9A-38E2E821C8F3}" srcId="{E4EAD804-4CEE-4261-B1EC-F4C2A2C9CED3}" destId="{C0FC1996-3D86-43B2-95EF-6B0A9D76CF22}" srcOrd="3" destOrd="0" parTransId="{43F82AF6-920A-4869-86A3-AB365DF95C0E}" sibTransId="{5636F76C-6414-4688-B6F6-DDE5B65862DA}"/>
    <dgm:cxn modelId="{CEC8BB80-D02E-43D1-B584-2125F778F93D}" srcId="{E4EAD804-4CEE-4261-B1EC-F4C2A2C9CED3}" destId="{A553A104-437B-4238-97C6-7A9D3B328FEB}" srcOrd="2" destOrd="0" parTransId="{F16F2DDD-047F-4237-913F-6C8343033AE7}" sibTransId="{1B3EC205-A4DC-4ACB-BC48-FDE1C0F64369}"/>
    <dgm:cxn modelId="{DDC6468E-4422-4676-B83E-0DC75EB8EB5F}" srcId="{E4EAD804-4CEE-4261-B1EC-F4C2A2C9CED3}" destId="{55019670-859B-4E02-BCA4-0943B7FB817C}" srcOrd="1" destOrd="0" parTransId="{EAF762AC-BBDB-4E82-BD1D-EFEFAEC15E3C}" sibTransId="{AA52BAF8-5360-49B6-94AF-CC4D866ABA21}"/>
    <dgm:cxn modelId="{AC6A7FA3-BB8C-48DD-A26D-56D1E696C509}" type="presOf" srcId="{C0FC1996-3D86-43B2-95EF-6B0A9D76CF22}" destId="{71BB33E9-3D06-4CD3-B998-295220A52140}" srcOrd="0" destOrd="0" presId="urn:microsoft.com/office/officeart/2005/8/layout/vList2"/>
    <dgm:cxn modelId="{73C5E8AB-D671-49EA-A4A9-4D9BA0B17A9D}" type="presOf" srcId="{A553A104-437B-4238-97C6-7A9D3B328FEB}" destId="{6BB1FB1B-CC46-4747-BC74-A89D5D88DCFE}" srcOrd="0" destOrd="0" presId="urn:microsoft.com/office/officeart/2005/8/layout/vList2"/>
    <dgm:cxn modelId="{91C7E94E-A992-4E8F-BA27-7690BF98602F}" type="presParOf" srcId="{7EDCCCA4-35BD-4CA2-A852-40425F14A8AB}" destId="{92B34AC6-C916-4DCA-9532-36ECE7424DFC}" srcOrd="0" destOrd="0" presId="urn:microsoft.com/office/officeart/2005/8/layout/vList2"/>
    <dgm:cxn modelId="{D485C20C-B73A-437A-B924-296929572ECC}" type="presParOf" srcId="{7EDCCCA4-35BD-4CA2-A852-40425F14A8AB}" destId="{8212B903-2473-4D4A-A779-E64A15CFFD59}" srcOrd="1" destOrd="0" presId="urn:microsoft.com/office/officeart/2005/8/layout/vList2"/>
    <dgm:cxn modelId="{FCB3CAA2-9D66-4C59-B150-1ECC91B72981}" type="presParOf" srcId="{7EDCCCA4-35BD-4CA2-A852-40425F14A8AB}" destId="{BADDE500-7D9B-43D8-AFC9-3E5DC7791FA0}" srcOrd="2" destOrd="0" presId="urn:microsoft.com/office/officeart/2005/8/layout/vList2"/>
    <dgm:cxn modelId="{6A262D0D-FF10-4D19-ACED-4D24357A1142}" type="presParOf" srcId="{7EDCCCA4-35BD-4CA2-A852-40425F14A8AB}" destId="{6565F6FB-3CE3-4099-96FE-89F2B9300247}" srcOrd="3" destOrd="0" presId="urn:microsoft.com/office/officeart/2005/8/layout/vList2"/>
    <dgm:cxn modelId="{25628F7A-C43E-40D2-AE75-5F313730E5AF}" type="presParOf" srcId="{7EDCCCA4-35BD-4CA2-A852-40425F14A8AB}" destId="{6BB1FB1B-CC46-4747-BC74-A89D5D88DCFE}" srcOrd="4" destOrd="0" presId="urn:microsoft.com/office/officeart/2005/8/layout/vList2"/>
    <dgm:cxn modelId="{17A08C85-3003-4FF3-AB2C-552C973D820A}" type="presParOf" srcId="{7EDCCCA4-35BD-4CA2-A852-40425F14A8AB}" destId="{B105CDD1-DF0A-410C-8179-EC00D46C7EBC}" srcOrd="5" destOrd="0" presId="urn:microsoft.com/office/officeart/2005/8/layout/vList2"/>
    <dgm:cxn modelId="{E3C85479-1A0D-436E-AE22-55C6C4DD94E3}" type="presParOf" srcId="{7EDCCCA4-35BD-4CA2-A852-40425F14A8AB}" destId="{71BB33E9-3D06-4CD3-B998-295220A52140}"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C4CA3C41-F2AD-415C-81E6-24AF40D30708}" type="doc">
      <dgm:prSet loTypeId="urn:microsoft.com/office/officeart/2005/8/layout/vList2" loCatId="list" qsTypeId="urn:microsoft.com/office/officeart/2005/8/quickstyle/simple4" qsCatId="simple" csTypeId="urn:microsoft.com/office/officeart/2005/8/colors/colorful5" csCatId="colorful"/>
      <dgm:spPr/>
      <dgm:t>
        <a:bodyPr/>
        <a:lstStyle/>
        <a:p>
          <a:endParaRPr lang="en-US"/>
        </a:p>
      </dgm:t>
    </dgm:pt>
    <dgm:pt modelId="{0F2290C5-94E5-40B9-85CD-EBEF0DDF8218}">
      <dgm:prSet/>
      <dgm:spPr/>
      <dgm:t>
        <a:bodyPr/>
        <a:lstStyle/>
        <a:p>
          <a:r>
            <a:rPr lang="en-US" b="0"/>
            <a:t>• Webcam feed read using OpenCV.</a:t>
          </a:r>
          <a:endParaRPr lang="en-US"/>
        </a:p>
      </dgm:t>
    </dgm:pt>
    <dgm:pt modelId="{E255D8BB-F10D-4060-A333-AF479B72E69E}" type="parTrans" cxnId="{10960E0A-24DE-45B9-BB02-EBB08720BD50}">
      <dgm:prSet/>
      <dgm:spPr/>
      <dgm:t>
        <a:bodyPr/>
        <a:lstStyle/>
        <a:p>
          <a:endParaRPr lang="en-US"/>
        </a:p>
      </dgm:t>
    </dgm:pt>
    <dgm:pt modelId="{5FFF7BF9-6817-4FE9-916B-CB84261597E6}" type="sibTrans" cxnId="{10960E0A-24DE-45B9-BB02-EBB08720BD50}">
      <dgm:prSet/>
      <dgm:spPr/>
      <dgm:t>
        <a:bodyPr/>
        <a:lstStyle/>
        <a:p>
          <a:endParaRPr lang="en-US"/>
        </a:p>
      </dgm:t>
    </dgm:pt>
    <dgm:pt modelId="{9F0E75C0-8289-4270-B631-0DA512BA052E}">
      <dgm:prSet/>
      <dgm:spPr/>
      <dgm:t>
        <a:bodyPr/>
        <a:lstStyle/>
        <a:p>
          <a:r>
            <a:rPr lang="en-US" b="0"/>
            <a:t>• Face and eye detection using Haar cascades.</a:t>
          </a:r>
          <a:endParaRPr lang="en-US"/>
        </a:p>
      </dgm:t>
    </dgm:pt>
    <dgm:pt modelId="{6FB78906-653D-47C8-8319-D27F69AE0FFD}" type="parTrans" cxnId="{3900F607-E856-40A0-9178-C86BBA6AFC2E}">
      <dgm:prSet/>
      <dgm:spPr/>
      <dgm:t>
        <a:bodyPr/>
        <a:lstStyle/>
        <a:p>
          <a:endParaRPr lang="en-US"/>
        </a:p>
      </dgm:t>
    </dgm:pt>
    <dgm:pt modelId="{F5782789-1D80-4AAC-A807-A28EE580C2FA}" type="sibTrans" cxnId="{3900F607-E856-40A0-9178-C86BBA6AFC2E}">
      <dgm:prSet/>
      <dgm:spPr/>
      <dgm:t>
        <a:bodyPr/>
        <a:lstStyle/>
        <a:p>
          <a:endParaRPr lang="en-US"/>
        </a:p>
      </dgm:t>
    </dgm:pt>
    <dgm:pt modelId="{F81054DC-9DB0-4999-AEB9-508B9C8D4E41}">
      <dgm:prSet/>
      <dgm:spPr/>
      <dgm:t>
        <a:bodyPr/>
        <a:lstStyle/>
        <a:p>
          <a:r>
            <a:rPr lang="en-US" b="0"/>
            <a:t>• Real-time prediction using trained model.</a:t>
          </a:r>
          <a:endParaRPr lang="en-US"/>
        </a:p>
      </dgm:t>
    </dgm:pt>
    <dgm:pt modelId="{637B44E8-183B-462B-844B-0802A29C7E41}" type="parTrans" cxnId="{BAFD140B-6B29-4BD3-8D8D-874B6C624F96}">
      <dgm:prSet/>
      <dgm:spPr/>
      <dgm:t>
        <a:bodyPr/>
        <a:lstStyle/>
        <a:p>
          <a:endParaRPr lang="en-US"/>
        </a:p>
      </dgm:t>
    </dgm:pt>
    <dgm:pt modelId="{8F578CD3-9EFB-4263-857B-C58CFC5870AE}" type="sibTrans" cxnId="{BAFD140B-6B29-4BD3-8D8D-874B6C624F96}">
      <dgm:prSet/>
      <dgm:spPr/>
      <dgm:t>
        <a:bodyPr/>
        <a:lstStyle/>
        <a:p>
          <a:endParaRPr lang="en-US"/>
        </a:p>
      </dgm:t>
    </dgm:pt>
    <dgm:pt modelId="{7A1EDE9D-325F-4496-A42D-BCFFA546E4BD}">
      <dgm:prSet/>
      <dgm:spPr/>
      <dgm:t>
        <a:bodyPr/>
        <a:lstStyle/>
        <a:p>
          <a:r>
            <a:rPr lang="en-US" b="0"/>
            <a:t>• UI built with Streamlit and live frame display.</a:t>
          </a:r>
          <a:endParaRPr lang="en-US"/>
        </a:p>
      </dgm:t>
    </dgm:pt>
    <dgm:pt modelId="{BC280391-402F-4C7A-BBA9-75D4438E9443}" type="parTrans" cxnId="{3EDEF473-5787-4D31-BD92-B1A6919A38BE}">
      <dgm:prSet/>
      <dgm:spPr/>
      <dgm:t>
        <a:bodyPr/>
        <a:lstStyle/>
        <a:p>
          <a:endParaRPr lang="en-US"/>
        </a:p>
      </dgm:t>
    </dgm:pt>
    <dgm:pt modelId="{5A30A052-ADFE-46C8-9D0D-71E625D666B2}" type="sibTrans" cxnId="{3EDEF473-5787-4D31-BD92-B1A6919A38BE}">
      <dgm:prSet/>
      <dgm:spPr/>
      <dgm:t>
        <a:bodyPr/>
        <a:lstStyle/>
        <a:p>
          <a:endParaRPr lang="en-US"/>
        </a:p>
      </dgm:t>
    </dgm:pt>
    <dgm:pt modelId="{9196392C-7876-4434-9FC0-C750A6445E01}" type="pres">
      <dgm:prSet presAssocID="{C4CA3C41-F2AD-415C-81E6-24AF40D30708}" presName="linear" presStyleCnt="0">
        <dgm:presLayoutVars>
          <dgm:animLvl val="lvl"/>
          <dgm:resizeHandles val="exact"/>
        </dgm:presLayoutVars>
      </dgm:prSet>
      <dgm:spPr/>
    </dgm:pt>
    <dgm:pt modelId="{38E63CD5-6EAB-4515-B005-999129B8DE40}" type="pres">
      <dgm:prSet presAssocID="{0F2290C5-94E5-40B9-85CD-EBEF0DDF8218}" presName="parentText" presStyleLbl="node1" presStyleIdx="0" presStyleCnt="4">
        <dgm:presLayoutVars>
          <dgm:chMax val="0"/>
          <dgm:bulletEnabled val="1"/>
        </dgm:presLayoutVars>
      </dgm:prSet>
      <dgm:spPr/>
    </dgm:pt>
    <dgm:pt modelId="{6D7117CC-1E72-4677-B164-F410A5B0D0A7}" type="pres">
      <dgm:prSet presAssocID="{5FFF7BF9-6817-4FE9-916B-CB84261597E6}" presName="spacer" presStyleCnt="0"/>
      <dgm:spPr/>
    </dgm:pt>
    <dgm:pt modelId="{9AD5E9FA-F7C0-4322-882A-2DEB305A83C5}" type="pres">
      <dgm:prSet presAssocID="{9F0E75C0-8289-4270-B631-0DA512BA052E}" presName="parentText" presStyleLbl="node1" presStyleIdx="1" presStyleCnt="4">
        <dgm:presLayoutVars>
          <dgm:chMax val="0"/>
          <dgm:bulletEnabled val="1"/>
        </dgm:presLayoutVars>
      </dgm:prSet>
      <dgm:spPr/>
    </dgm:pt>
    <dgm:pt modelId="{39404AF7-7F52-4CD9-95EC-1E9FEA22536A}" type="pres">
      <dgm:prSet presAssocID="{F5782789-1D80-4AAC-A807-A28EE580C2FA}" presName="spacer" presStyleCnt="0"/>
      <dgm:spPr/>
    </dgm:pt>
    <dgm:pt modelId="{C16F831A-B00B-4241-9ACD-D7F7E816C495}" type="pres">
      <dgm:prSet presAssocID="{F81054DC-9DB0-4999-AEB9-508B9C8D4E41}" presName="parentText" presStyleLbl="node1" presStyleIdx="2" presStyleCnt="4">
        <dgm:presLayoutVars>
          <dgm:chMax val="0"/>
          <dgm:bulletEnabled val="1"/>
        </dgm:presLayoutVars>
      </dgm:prSet>
      <dgm:spPr/>
    </dgm:pt>
    <dgm:pt modelId="{C5251462-9E61-4FDC-A926-C9E6B12B3070}" type="pres">
      <dgm:prSet presAssocID="{8F578CD3-9EFB-4263-857B-C58CFC5870AE}" presName="spacer" presStyleCnt="0"/>
      <dgm:spPr/>
    </dgm:pt>
    <dgm:pt modelId="{3E87B4B5-EBEE-4859-BC19-BC36552C36D2}" type="pres">
      <dgm:prSet presAssocID="{7A1EDE9D-325F-4496-A42D-BCFFA546E4BD}" presName="parentText" presStyleLbl="node1" presStyleIdx="3" presStyleCnt="4">
        <dgm:presLayoutVars>
          <dgm:chMax val="0"/>
          <dgm:bulletEnabled val="1"/>
        </dgm:presLayoutVars>
      </dgm:prSet>
      <dgm:spPr/>
    </dgm:pt>
  </dgm:ptLst>
  <dgm:cxnLst>
    <dgm:cxn modelId="{3900F607-E856-40A0-9178-C86BBA6AFC2E}" srcId="{C4CA3C41-F2AD-415C-81E6-24AF40D30708}" destId="{9F0E75C0-8289-4270-B631-0DA512BA052E}" srcOrd="1" destOrd="0" parTransId="{6FB78906-653D-47C8-8319-D27F69AE0FFD}" sibTransId="{F5782789-1D80-4AAC-A807-A28EE580C2FA}"/>
    <dgm:cxn modelId="{10960E0A-24DE-45B9-BB02-EBB08720BD50}" srcId="{C4CA3C41-F2AD-415C-81E6-24AF40D30708}" destId="{0F2290C5-94E5-40B9-85CD-EBEF0DDF8218}" srcOrd="0" destOrd="0" parTransId="{E255D8BB-F10D-4060-A333-AF479B72E69E}" sibTransId="{5FFF7BF9-6817-4FE9-916B-CB84261597E6}"/>
    <dgm:cxn modelId="{BAFD140B-6B29-4BD3-8D8D-874B6C624F96}" srcId="{C4CA3C41-F2AD-415C-81E6-24AF40D30708}" destId="{F81054DC-9DB0-4999-AEB9-508B9C8D4E41}" srcOrd="2" destOrd="0" parTransId="{637B44E8-183B-462B-844B-0802A29C7E41}" sibTransId="{8F578CD3-9EFB-4263-857B-C58CFC5870AE}"/>
    <dgm:cxn modelId="{C81DCF30-87C9-41D5-8C93-1F25D496DF70}" type="presOf" srcId="{0F2290C5-94E5-40B9-85CD-EBEF0DDF8218}" destId="{38E63CD5-6EAB-4515-B005-999129B8DE40}" srcOrd="0" destOrd="0" presId="urn:microsoft.com/office/officeart/2005/8/layout/vList2"/>
    <dgm:cxn modelId="{3898E53F-5DBB-4313-AD1F-4ED4A3D926B8}" type="presOf" srcId="{9F0E75C0-8289-4270-B631-0DA512BA052E}" destId="{9AD5E9FA-F7C0-4322-882A-2DEB305A83C5}" srcOrd="0" destOrd="0" presId="urn:microsoft.com/office/officeart/2005/8/layout/vList2"/>
    <dgm:cxn modelId="{E77A2661-5350-4299-B227-F6DAFB970577}" type="presOf" srcId="{C4CA3C41-F2AD-415C-81E6-24AF40D30708}" destId="{9196392C-7876-4434-9FC0-C750A6445E01}" srcOrd="0" destOrd="0" presId="urn:microsoft.com/office/officeart/2005/8/layout/vList2"/>
    <dgm:cxn modelId="{3EDEF473-5787-4D31-BD92-B1A6919A38BE}" srcId="{C4CA3C41-F2AD-415C-81E6-24AF40D30708}" destId="{7A1EDE9D-325F-4496-A42D-BCFFA546E4BD}" srcOrd="3" destOrd="0" parTransId="{BC280391-402F-4C7A-BBA9-75D4438E9443}" sibTransId="{5A30A052-ADFE-46C8-9D0D-71E625D666B2}"/>
    <dgm:cxn modelId="{27FE0089-C9CA-4505-BD73-134BCD9525AB}" type="presOf" srcId="{F81054DC-9DB0-4999-AEB9-508B9C8D4E41}" destId="{C16F831A-B00B-4241-9ACD-D7F7E816C495}" srcOrd="0" destOrd="0" presId="urn:microsoft.com/office/officeart/2005/8/layout/vList2"/>
    <dgm:cxn modelId="{E53F51E8-F100-42AF-8FAC-9E8B9C295233}" type="presOf" srcId="{7A1EDE9D-325F-4496-A42D-BCFFA546E4BD}" destId="{3E87B4B5-EBEE-4859-BC19-BC36552C36D2}" srcOrd="0" destOrd="0" presId="urn:microsoft.com/office/officeart/2005/8/layout/vList2"/>
    <dgm:cxn modelId="{B433D6A9-D592-40B3-82DB-87906E0A2766}" type="presParOf" srcId="{9196392C-7876-4434-9FC0-C750A6445E01}" destId="{38E63CD5-6EAB-4515-B005-999129B8DE40}" srcOrd="0" destOrd="0" presId="urn:microsoft.com/office/officeart/2005/8/layout/vList2"/>
    <dgm:cxn modelId="{66C1271E-B241-447B-8139-3F342A11003C}" type="presParOf" srcId="{9196392C-7876-4434-9FC0-C750A6445E01}" destId="{6D7117CC-1E72-4677-B164-F410A5B0D0A7}" srcOrd="1" destOrd="0" presId="urn:microsoft.com/office/officeart/2005/8/layout/vList2"/>
    <dgm:cxn modelId="{2288D543-A2D3-4AA7-805F-382EF1922FEE}" type="presParOf" srcId="{9196392C-7876-4434-9FC0-C750A6445E01}" destId="{9AD5E9FA-F7C0-4322-882A-2DEB305A83C5}" srcOrd="2" destOrd="0" presId="urn:microsoft.com/office/officeart/2005/8/layout/vList2"/>
    <dgm:cxn modelId="{D4C1E4D8-FBEE-48EE-A861-E6E5CFDDC39D}" type="presParOf" srcId="{9196392C-7876-4434-9FC0-C750A6445E01}" destId="{39404AF7-7F52-4CD9-95EC-1E9FEA22536A}" srcOrd="3" destOrd="0" presId="urn:microsoft.com/office/officeart/2005/8/layout/vList2"/>
    <dgm:cxn modelId="{116800CF-859F-4B57-B7FB-82E51B10A5B0}" type="presParOf" srcId="{9196392C-7876-4434-9FC0-C750A6445E01}" destId="{C16F831A-B00B-4241-9ACD-D7F7E816C495}" srcOrd="4" destOrd="0" presId="urn:microsoft.com/office/officeart/2005/8/layout/vList2"/>
    <dgm:cxn modelId="{C3709355-2B98-4A66-9521-980E1525EA06}" type="presParOf" srcId="{9196392C-7876-4434-9FC0-C750A6445E01}" destId="{C5251462-9E61-4FDC-A926-C9E6B12B3070}" srcOrd="5" destOrd="0" presId="urn:microsoft.com/office/officeart/2005/8/layout/vList2"/>
    <dgm:cxn modelId="{2ADEAFE9-686C-4DE8-B65C-F839CE78E155}" type="presParOf" srcId="{9196392C-7876-4434-9FC0-C750A6445E01}" destId="{3E87B4B5-EBEE-4859-BC19-BC36552C36D2}"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FA482CC7-1586-43E2-BD95-0EAD959B3A52}"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48FB1E41-1D24-4E66-840D-E23AF4FC93B4}">
      <dgm:prSet/>
      <dgm:spPr/>
      <dgm:t>
        <a:bodyPr/>
        <a:lstStyle/>
        <a:p>
          <a:r>
            <a:rPr lang="en-US" b="0"/>
            <a:t>• Added alarm using 'playsound' for Drowsy detection.</a:t>
          </a:r>
          <a:endParaRPr lang="en-US"/>
        </a:p>
      </dgm:t>
    </dgm:pt>
    <dgm:pt modelId="{7CCB6B47-B8C1-4EE8-B431-4F313288A6B1}" type="parTrans" cxnId="{DFCC9CFC-4248-456D-89C5-1FCD64813147}">
      <dgm:prSet/>
      <dgm:spPr/>
      <dgm:t>
        <a:bodyPr/>
        <a:lstStyle/>
        <a:p>
          <a:endParaRPr lang="en-US"/>
        </a:p>
      </dgm:t>
    </dgm:pt>
    <dgm:pt modelId="{B2038C37-B958-40C3-BB50-8597141BFDCC}" type="sibTrans" cxnId="{DFCC9CFC-4248-456D-89C5-1FCD64813147}">
      <dgm:prSet/>
      <dgm:spPr/>
      <dgm:t>
        <a:bodyPr/>
        <a:lstStyle/>
        <a:p>
          <a:endParaRPr lang="en-US"/>
        </a:p>
      </dgm:t>
    </dgm:pt>
    <dgm:pt modelId="{7A8533AC-4862-44E2-9926-9C81B47A133E}">
      <dgm:prSet/>
      <dgm:spPr/>
      <dgm:t>
        <a:bodyPr/>
        <a:lstStyle/>
        <a:p>
          <a:r>
            <a:rPr lang="en-US" b="0"/>
            <a:t>• ROI extraction using Haar face detector.</a:t>
          </a:r>
          <a:endParaRPr lang="en-US"/>
        </a:p>
      </dgm:t>
    </dgm:pt>
    <dgm:pt modelId="{1D3DD3A8-0873-4FDF-B2D9-C4D93682F1A8}" type="parTrans" cxnId="{1FEAE055-778E-4447-BD29-9AF5BFBCAC9C}">
      <dgm:prSet/>
      <dgm:spPr/>
      <dgm:t>
        <a:bodyPr/>
        <a:lstStyle/>
        <a:p>
          <a:endParaRPr lang="en-US"/>
        </a:p>
      </dgm:t>
    </dgm:pt>
    <dgm:pt modelId="{86F4F807-0451-46F4-9592-015106FADDB8}" type="sibTrans" cxnId="{1FEAE055-778E-4447-BD29-9AF5BFBCAC9C}">
      <dgm:prSet/>
      <dgm:spPr/>
      <dgm:t>
        <a:bodyPr/>
        <a:lstStyle/>
        <a:p>
          <a:endParaRPr lang="en-US"/>
        </a:p>
      </dgm:t>
    </dgm:pt>
    <dgm:pt modelId="{9FAA2DF0-A3FC-44EC-BA3C-229B1A743AD4}">
      <dgm:prSet/>
      <dgm:spPr/>
      <dgm:t>
        <a:bodyPr/>
        <a:lstStyle/>
        <a:p>
          <a:r>
            <a:rPr lang="en-US" b="0"/>
            <a:t>• If no eyes detected, assumes drowsiness.</a:t>
          </a:r>
          <a:endParaRPr lang="en-US"/>
        </a:p>
      </dgm:t>
    </dgm:pt>
    <dgm:pt modelId="{A49DE014-5F16-4B83-8EC2-961887B62F4E}" type="parTrans" cxnId="{9B5CA456-260C-4C15-92FA-38EBA6DAA4A1}">
      <dgm:prSet/>
      <dgm:spPr/>
      <dgm:t>
        <a:bodyPr/>
        <a:lstStyle/>
        <a:p>
          <a:endParaRPr lang="en-US"/>
        </a:p>
      </dgm:t>
    </dgm:pt>
    <dgm:pt modelId="{6E6E7316-8CD5-4FCB-8B91-878A648171EB}" type="sibTrans" cxnId="{9B5CA456-260C-4C15-92FA-38EBA6DAA4A1}">
      <dgm:prSet/>
      <dgm:spPr/>
      <dgm:t>
        <a:bodyPr/>
        <a:lstStyle/>
        <a:p>
          <a:endParaRPr lang="en-US"/>
        </a:p>
      </dgm:t>
    </dgm:pt>
    <dgm:pt modelId="{FDDF6E53-2424-4DA5-86A7-9C0F096E3F3C}">
      <dgm:prSet/>
      <dgm:spPr/>
      <dgm:t>
        <a:bodyPr/>
        <a:lstStyle/>
        <a:p>
          <a:r>
            <a:rPr lang="en-US" b="0"/>
            <a:t>• Eyes open detection overrides false drowsy prediction.</a:t>
          </a:r>
          <a:endParaRPr lang="en-US"/>
        </a:p>
      </dgm:t>
    </dgm:pt>
    <dgm:pt modelId="{A235DE6A-A7DD-43A6-982C-E956EB8354EF}" type="parTrans" cxnId="{54D55278-5138-4CEF-AAD4-C5BD3C084F2B}">
      <dgm:prSet/>
      <dgm:spPr/>
      <dgm:t>
        <a:bodyPr/>
        <a:lstStyle/>
        <a:p>
          <a:endParaRPr lang="en-US"/>
        </a:p>
      </dgm:t>
    </dgm:pt>
    <dgm:pt modelId="{4A3E245D-D3A9-40C0-8296-5E8A564BFF0E}" type="sibTrans" cxnId="{54D55278-5138-4CEF-AAD4-C5BD3C084F2B}">
      <dgm:prSet/>
      <dgm:spPr/>
      <dgm:t>
        <a:bodyPr/>
        <a:lstStyle/>
        <a:p>
          <a:endParaRPr lang="en-US"/>
        </a:p>
      </dgm:t>
    </dgm:pt>
    <dgm:pt modelId="{E37B0D02-A51A-4EB8-898F-5B28242383F8}" type="pres">
      <dgm:prSet presAssocID="{FA482CC7-1586-43E2-BD95-0EAD959B3A52}" presName="root" presStyleCnt="0">
        <dgm:presLayoutVars>
          <dgm:dir/>
          <dgm:resizeHandles val="exact"/>
        </dgm:presLayoutVars>
      </dgm:prSet>
      <dgm:spPr/>
    </dgm:pt>
    <dgm:pt modelId="{50735AF4-C444-46C2-85B5-9492A9858B80}" type="pres">
      <dgm:prSet presAssocID="{48FB1E41-1D24-4E66-840D-E23AF4FC93B4}" presName="compNode" presStyleCnt="0"/>
      <dgm:spPr/>
    </dgm:pt>
    <dgm:pt modelId="{B812C7F2-83FE-403F-9B42-584BA5B72E9C}" type="pres">
      <dgm:prSet presAssocID="{48FB1E41-1D24-4E66-840D-E23AF4FC93B4}" presName="bgRect" presStyleLbl="bgShp" presStyleIdx="0" presStyleCnt="4"/>
      <dgm:spPr/>
    </dgm:pt>
    <dgm:pt modelId="{0E17C88B-9670-48AE-8AC9-8E285FF83F6E}" type="pres">
      <dgm:prSet presAssocID="{48FB1E41-1D24-4E66-840D-E23AF4FC93B4}"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Alarm Clock"/>
        </a:ext>
      </dgm:extLst>
    </dgm:pt>
    <dgm:pt modelId="{D6AD5D78-7F67-4598-B1F5-3B551E9DC6BC}" type="pres">
      <dgm:prSet presAssocID="{48FB1E41-1D24-4E66-840D-E23AF4FC93B4}" presName="spaceRect" presStyleCnt="0"/>
      <dgm:spPr/>
    </dgm:pt>
    <dgm:pt modelId="{09667D56-79A6-4E75-BA13-74C722624909}" type="pres">
      <dgm:prSet presAssocID="{48FB1E41-1D24-4E66-840D-E23AF4FC93B4}" presName="parTx" presStyleLbl="revTx" presStyleIdx="0" presStyleCnt="4">
        <dgm:presLayoutVars>
          <dgm:chMax val="0"/>
          <dgm:chPref val="0"/>
        </dgm:presLayoutVars>
      </dgm:prSet>
      <dgm:spPr/>
    </dgm:pt>
    <dgm:pt modelId="{96DCB23E-60EA-41EF-ACC0-6EB1ADD3FA37}" type="pres">
      <dgm:prSet presAssocID="{B2038C37-B958-40C3-BB50-8597141BFDCC}" presName="sibTrans" presStyleCnt="0"/>
      <dgm:spPr/>
    </dgm:pt>
    <dgm:pt modelId="{94D792A9-D196-4DC2-B978-54E4CCF58FFD}" type="pres">
      <dgm:prSet presAssocID="{7A8533AC-4862-44E2-9926-9C81B47A133E}" presName="compNode" presStyleCnt="0"/>
      <dgm:spPr/>
    </dgm:pt>
    <dgm:pt modelId="{7E635C7C-42A5-4BC4-B797-6070DB23E487}" type="pres">
      <dgm:prSet presAssocID="{7A8533AC-4862-44E2-9926-9C81B47A133E}" presName="bgRect" presStyleLbl="bgShp" presStyleIdx="1" presStyleCnt="4"/>
      <dgm:spPr/>
    </dgm:pt>
    <dgm:pt modelId="{3B5883A7-59C3-4DC2-A0C7-9D616B0E355A}" type="pres">
      <dgm:prSet presAssocID="{7A8533AC-4862-44E2-9926-9C81B47A133E}"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tatistics"/>
        </a:ext>
      </dgm:extLst>
    </dgm:pt>
    <dgm:pt modelId="{4F103722-EE5D-4697-8F30-0D189687ABB8}" type="pres">
      <dgm:prSet presAssocID="{7A8533AC-4862-44E2-9926-9C81B47A133E}" presName="spaceRect" presStyleCnt="0"/>
      <dgm:spPr/>
    </dgm:pt>
    <dgm:pt modelId="{79272553-93CB-4364-8D92-178021ED20F8}" type="pres">
      <dgm:prSet presAssocID="{7A8533AC-4862-44E2-9926-9C81B47A133E}" presName="parTx" presStyleLbl="revTx" presStyleIdx="1" presStyleCnt="4">
        <dgm:presLayoutVars>
          <dgm:chMax val="0"/>
          <dgm:chPref val="0"/>
        </dgm:presLayoutVars>
      </dgm:prSet>
      <dgm:spPr/>
    </dgm:pt>
    <dgm:pt modelId="{631435F4-7567-4482-8CAE-91B717422354}" type="pres">
      <dgm:prSet presAssocID="{86F4F807-0451-46F4-9592-015106FADDB8}" presName="sibTrans" presStyleCnt="0"/>
      <dgm:spPr/>
    </dgm:pt>
    <dgm:pt modelId="{FEC075F3-F222-4910-8254-241164F909CE}" type="pres">
      <dgm:prSet presAssocID="{9FAA2DF0-A3FC-44EC-BA3C-229B1A743AD4}" presName="compNode" presStyleCnt="0"/>
      <dgm:spPr/>
    </dgm:pt>
    <dgm:pt modelId="{58F3DEAB-D4F3-405C-9658-E76EF0DB5FA0}" type="pres">
      <dgm:prSet presAssocID="{9FAA2DF0-A3FC-44EC-BA3C-229B1A743AD4}" presName="bgRect" presStyleLbl="bgShp" presStyleIdx="2" presStyleCnt="4"/>
      <dgm:spPr/>
    </dgm:pt>
    <dgm:pt modelId="{574D1745-299F-4CC6-A26A-8E8E08C5F055}" type="pres">
      <dgm:prSet presAssocID="{9FAA2DF0-A3FC-44EC-BA3C-229B1A743AD4}"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Gravestone"/>
        </a:ext>
      </dgm:extLst>
    </dgm:pt>
    <dgm:pt modelId="{B0017713-01DB-4D01-A34F-75F9BD71D98C}" type="pres">
      <dgm:prSet presAssocID="{9FAA2DF0-A3FC-44EC-BA3C-229B1A743AD4}" presName="spaceRect" presStyleCnt="0"/>
      <dgm:spPr/>
    </dgm:pt>
    <dgm:pt modelId="{A0D0E6FB-2515-45C0-98ED-89686E55C654}" type="pres">
      <dgm:prSet presAssocID="{9FAA2DF0-A3FC-44EC-BA3C-229B1A743AD4}" presName="parTx" presStyleLbl="revTx" presStyleIdx="2" presStyleCnt="4">
        <dgm:presLayoutVars>
          <dgm:chMax val="0"/>
          <dgm:chPref val="0"/>
        </dgm:presLayoutVars>
      </dgm:prSet>
      <dgm:spPr/>
    </dgm:pt>
    <dgm:pt modelId="{46BB0144-0632-487A-B8EF-BA24C8E7E15F}" type="pres">
      <dgm:prSet presAssocID="{6E6E7316-8CD5-4FCB-8B91-878A648171EB}" presName="sibTrans" presStyleCnt="0"/>
      <dgm:spPr/>
    </dgm:pt>
    <dgm:pt modelId="{F6589627-1DE7-4A03-9BFF-3B09B190AF37}" type="pres">
      <dgm:prSet presAssocID="{FDDF6E53-2424-4DA5-86A7-9C0F096E3F3C}" presName="compNode" presStyleCnt="0"/>
      <dgm:spPr/>
    </dgm:pt>
    <dgm:pt modelId="{64A12AC0-7DE4-4770-82AB-4BDF7396E54A}" type="pres">
      <dgm:prSet presAssocID="{FDDF6E53-2424-4DA5-86A7-9C0F096E3F3C}" presName="bgRect" presStyleLbl="bgShp" presStyleIdx="3" presStyleCnt="4"/>
      <dgm:spPr/>
    </dgm:pt>
    <dgm:pt modelId="{6CCA6237-3529-4E3A-AF0D-324F96A4F31F}" type="pres">
      <dgm:prSet presAssocID="{FDDF6E53-2424-4DA5-86A7-9C0F096E3F3C}"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Bug under Magnifying Glass"/>
        </a:ext>
      </dgm:extLst>
    </dgm:pt>
    <dgm:pt modelId="{559267C2-2B6D-45EC-B8E7-534612CDA5B0}" type="pres">
      <dgm:prSet presAssocID="{FDDF6E53-2424-4DA5-86A7-9C0F096E3F3C}" presName="spaceRect" presStyleCnt="0"/>
      <dgm:spPr/>
    </dgm:pt>
    <dgm:pt modelId="{BE7E5A66-E6DE-4D04-9818-0E3C64652310}" type="pres">
      <dgm:prSet presAssocID="{FDDF6E53-2424-4DA5-86A7-9C0F096E3F3C}" presName="parTx" presStyleLbl="revTx" presStyleIdx="3" presStyleCnt="4">
        <dgm:presLayoutVars>
          <dgm:chMax val="0"/>
          <dgm:chPref val="0"/>
        </dgm:presLayoutVars>
      </dgm:prSet>
      <dgm:spPr/>
    </dgm:pt>
  </dgm:ptLst>
  <dgm:cxnLst>
    <dgm:cxn modelId="{410C4811-92E1-4EA9-9B3C-DD563C2EA40C}" type="presOf" srcId="{FA482CC7-1586-43E2-BD95-0EAD959B3A52}" destId="{E37B0D02-A51A-4EB8-898F-5B28242383F8}" srcOrd="0" destOrd="0" presId="urn:microsoft.com/office/officeart/2018/2/layout/IconVerticalSolidList"/>
    <dgm:cxn modelId="{07C2A615-ED6C-4B90-B80F-87F5E788D899}" type="presOf" srcId="{9FAA2DF0-A3FC-44EC-BA3C-229B1A743AD4}" destId="{A0D0E6FB-2515-45C0-98ED-89686E55C654}" srcOrd="0" destOrd="0" presId="urn:microsoft.com/office/officeart/2018/2/layout/IconVerticalSolidList"/>
    <dgm:cxn modelId="{4D36194A-7749-497A-B57C-5909D9DB571D}" type="presOf" srcId="{FDDF6E53-2424-4DA5-86A7-9C0F096E3F3C}" destId="{BE7E5A66-E6DE-4D04-9818-0E3C64652310}" srcOrd="0" destOrd="0" presId="urn:microsoft.com/office/officeart/2018/2/layout/IconVerticalSolidList"/>
    <dgm:cxn modelId="{1FEAE055-778E-4447-BD29-9AF5BFBCAC9C}" srcId="{FA482CC7-1586-43E2-BD95-0EAD959B3A52}" destId="{7A8533AC-4862-44E2-9926-9C81B47A133E}" srcOrd="1" destOrd="0" parTransId="{1D3DD3A8-0873-4FDF-B2D9-C4D93682F1A8}" sibTransId="{86F4F807-0451-46F4-9592-015106FADDB8}"/>
    <dgm:cxn modelId="{9B5CA456-260C-4C15-92FA-38EBA6DAA4A1}" srcId="{FA482CC7-1586-43E2-BD95-0EAD959B3A52}" destId="{9FAA2DF0-A3FC-44EC-BA3C-229B1A743AD4}" srcOrd="2" destOrd="0" parTransId="{A49DE014-5F16-4B83-8EC2-961887B62F4E}" sibTransId="{6E6E7316-8CD5-4FCB-8B91-878A648171EB}"/>
    <dgm:cxn modelId="{54D55278-5138-4CEF-AAD4-C5BD3C084F2B}" srcId="{FA482CC7-1586-43E2-BD95-0EAD959B3A52}" destId="{FDDF6E53-2424-4DA5-86A7-9C0F096E3F3C}" srcOrd="3" destOrd="0" parTransId="{A235DE6A-A7DD-43A6-982C-E956EB8354EF}" sibTransId="{4A3E245D-D3A9-40C0-8296-5E8A564BFF0E}"/>
    <dgm:cxn modelId="{DBB772B0-4D76-4B04-B875-8B1A38282394}" type="presOf" srcId="{7A8533AC-4862-44E2-9926-9C81B47A133E}" destId="{79272553-93CB-4364-8D92-178021ED20F8}" srcOrd="0" destOrd="0" presId="urn:microsoft.com/office/officeart/2018/2/layout/IconVerticalSolidList"/>
    <dgm:cxn modelId="{02382DEA-D02E-4A5E-9E7C-F3121EE1933B}" type="presOf" srcId="{48FB1E41-1D24-4E66-840D-E23AF4FC93B4}" destId="{09667D56-79A6-4E75-BA13-74C722624909}" srcOrd="0" destOrd="0" presId="urn:microsoft.com/office/officeart/2018/2/layout/IconVerticalSolidList"/>
    <dgm:cxn modelId="{DFCC9CFC-4248-456D-89C5-1FCD64813147}" srcId="{FA482CC7-1586-43E2-BD95-0EAD959B3A52}" destId="{48FB1E41-1D24-4E66-840D-E23AF4FC93B4}" srcOrd="0" destOrd="0" parTransId="{7CCB6B47-B8C1-4EE8-B431-4F313288A6B1}" sibTransId="{B2038C37-B958-40C3-BB50-8597141BFDCC}"/>
    <dgm:cxn modelId="{BAC5E326-698C-4EBA-B571-D51F99236FD6}" type="presParOf" srcId="{E37B0D02-A51A-4EB8-898F-5B28242383F8}" destId="{50735AF4-C444-46C2-85B5-9492A9858B80}" srcOrd="0" destOrd="0" presId="urn:microsoft.com/office/officeart/2018/2/layout/IconVerticalSolidList"/>
    <dgm:cxn modelId="{50BE1FBF-8142-49EC-A7DE-6CC85C739252}" type="presParOf" srcId="{50735AF4-C444-46C2-85B5-9492A9858B80}" destId="{B812C7F2-83FE-403F-9B42-584BA5B72E9C}" srcOrd="0" destOrd="0" presId="urn:microsoft.com/office/officeart/2018/2/layout/IconVerticalSolidList"/>
    <dgm:cxn modelId="{9A19452A-66A9-442A-B57A-473AEB3786BB}" type="presParOf" srcId="{50735AF4-C444-46C2-85B5-9492A9858B80}" destId="{0E17C88B-9670-48AE-8AC9-8E285FF83F6E}" srcOrd="1" destOrd="0" presId="urn:microsoft.com/office/officeart/2018/2/layout/IconVerticalSolidList"/>
    <dgm:cxn modelId="{D0AB2086-CC24-4566-A066-01EC18272103}" type="presParOf" srcId="{50735AF4-C444-46C2-85B5-9492A9858B80}" destId="{D6AD5D78-7F67-4598-B1F5-3B551E9DC6BC}" srcOrd="2" destOrd="0" presId="urn:microsoft.com/office/officeart/2018/2/layout/IconVerticalSolidList"/>
    <dgm:cxn modelId="{BBA9669D-AD11-4666-8F21-0132CEE138AD}" type="presParOf" srcId="{50735AF4-C444-46C2-85B5-9492A9858B80}" destId="{09667D56-79A6-4E75-BA13-74C722624909}" srcOrd="3" destOrd="0" presId="urn:microsoft.com/office/officeart/2018/2/layout/IconVerticalSolidList"/>
    <dgm:cxn modelId="{CB5D319B-A801-4152-8BD8-454BCB71EC0E}" type="presParOf" srcId="{E37B0D02-A51A-4EB8-898F-5B28242383F8}" destId="{96DCB23E-60EA-41EF-ACC0-6EB1ADD3FA37}" srcOrd="1" destOrd="0" presId="urn:microsoft.com/office/officeart/2018/2/layout/IconVerticalSolidList"/>
    <dgm:cxn modelId="{3D897214-75E3-4E14-9470-FD296F6A2642}" type="presParOf" srcId="{E37B0D02-A51A-4EB8-898F-5B28242383F8}" destId="{94D792A9-D196-4DC2-B978-54E4CCF58FFD}" srcOrd="2" destOrd="0" presId="urn:microsoft.com/office/officeart/2018/2/layout/IconVerticalSolidList"/>
    <dgm:cxn modelId="{06732972-7136-461A-A139-97AF6BE3D178}" type="presParOf" srcId="{94D792A9-D196-4DC2-B978-54E4CCF58FFD}" destId="{7E635C7C-42A5-4BC4-B797-6070DB23E487}" srcOrd="0" destOrd="0" presId="urn:microsoft.com/office/officeart/2018/2/layout/IconVerticalSolidList"/>
    <dgm:cxn modelId="{A0D9C8FE-0A7D-48B8-B536-A79FE6772490}" type="presParOf" srcId="{94D792A9-D196-4DC2-B978-54E4CCF58FFD}" destId="{3B5883A7-59C3-4DC2-A0C7-9D616B0E355A}" srcOrd="1" destOrd="0" presId="urn:microsoft.com/office/officeart/2018/2/layout/IconVerticalSolidList"/>
    <dgm:cxn modelId="{5CFD43B5-76DF-4E1F-ABF0-2C27709CB23C}" type="presParOf" srcId="{94D792A9-D196-4DC2-B978-54E4CCF58FFD}" destId="{4F103722-EE5D-4697-8F30-0D189687ABB8}" srcOrd="2" destOrd="0" presId="urn:microsoft.com/office/officeart/2018/2/layout/IconVerticalSolidList"/>
    <dgm:cxn modelId="{B3441243-1372-4C61-A291-C51F866F5FDE}" type="presParOf" srcId="{94D792A9-D196-4DC2-B978-54E4CCF58FFD}" destId="{79272553-93CB-4364-8D92-178021ED20F8}" srcOrd="3" destOrd="0" presId="urn:microsoft.com/office/officeart/2018/2/layout/IconVerticalSolidList"/>
    <dgm:cxn modelId="{C20A5445-3C69-46AC-8582-D70F593D4CA4}" type="presParOf" srcId="{E37B0D02-A51A-4EB8-898F-5B28242383F8}" destId="{631435F4-7567-4482-8CAE-91B717422354}" srcOrd="3" destOrd="0" presId="urn:microsoft.com/office/officeart/2018/2/layout/IconVerticalSolidList"/>
    <dgm:cxn modelId="{8E0551FD-89C5-45E0-AD29-54E36F07828A}" type="presParOf" srcId="{E37B0D02-A51A-4EB8-898F-5B28242383F8}" destId="{FEC075F3-F222-4910-8254-241164F909CE}" srcOrd="4" destOrd="0" presId="urn:microsoft.com/office/officeart/2018/2/layout/IconVerticalSolidList"/>
    <dgm:cxn modelId="{C94F90DA-5ECA-4C72-9BEE-6798C8FB8023}" type="presParOf" srcId="{FEC075F3-F222-4910-8254-241164F909CE}" destId="{58F3DEAB-D4F3-405C-9658-E76EF0DB5FA0}" srcOrd="0" destOrd="0" presId="urn:microsoft.com/office/officeart/2018/2/layout/IconVerticalSolidList"/>
    <dgm:cxn modelId="{B93319DF-12BA-455B-AE6C-AA196CA29FDE}" type="presParOf" srcId="{FEC075F3-F222-4910-8254-241164F909CE}" destId="{574D1745-299F-4CC6-A26A-8E8E08C5F055}" srcOrd="1" destOrd="0" presId="urn:microsoft.com/office/officeart/2018/2/layout/IconVerticalSolidList"/>
    <dgm:cxn modelId="{6EF39630-8AEA-4B89-9294-26F81B17DA91}" type="presParOf" srcId="{FEC075F3-F222-4910-8254-241164F909CE}" destId="{B0017713-01DB-4D01-A34F-75F9BD71D98C}" srcOrd="2" destOrd="0" presId="urn:microsoft.com/office/officeart/2018/2/layout/IconVerticalSolidList"/>
    <dgm:cxn modelId="{7F13E2B8-DC22-4FD5-91CB-A8CDC5620940}" type="presParOf" srcId="{FEC075F3-F222-4910-8254-241164F909CE}" destId="{A0D0E6FB-2515-45C0-98ED-89686E55C654}" srcOrd="3" destOrd="0" presId="urn:microsoft.com/office/officeart/2018/2/layout/IconVerticalSolidList"/>
    <dgm:cxn modelId="{E246F7DE-8177-4EC9-A045-14B09422DA1B}" type="presParOf" srcId="{E37B0D02-A51A-4EB8-898F-5B28242383F8}" destId="{46BB0144-0632-487A-B8EF-BA24C8E7E15F}" srcOrd="5" destOrd="0" presId="urn:microsoft.com/office/officeart/2018/2/layout/IconVerticalSolidList"/>
    <dgm:cxn modelId="{DA1E231B-A64E-420D-BA7A-B96E2092F866}" type="presParOf" srcId="{E37B0D02-A51A-4EB8-898F-5B28242383F8}" destId="{F6589627-1DE7-4A03-9BFF-3B09B190AF37}" srcOrd="6" destOrd="0" presId="urn:microsoft.com/office/officeart/2018/2/layout/IconVerticalSolidList"/>
    <dgm:cxn modelId="{771E0217-2A1D-4D1A-B5FE-66EA444E80B9}" type="presParOf" srcId="{F6589627-1DE7-4A03-9BFF-3B09B190AF37}" destId="{64A12AC0-7DE4-4770-82AB-4BDF7396E54A}" srcOrd="0" destOrd="0" presId="urn:microsoft.com/office/officeart/2018/2/layout/IconVerticalSolidList"/>
    <dgm:cxn modelId="{2C666190-77ED-4675-9080-11178AE71B28}" type="presParOf" srcId="{F6589627-1DE7-4A03-9BFF-3B09B190AF37}" destId="{6CCA6237-3529-4E3A-AF0D-324F96A4F31F}" srcOrd="1" destOrd="0" presId="urn:microsoft.com/office/officeart/2018/2/layout/IconVerticalSolidList"/>
    <dgm:cxn modelId="{24CBC44F-D731-467F-878C-C10B3A69129D}" type="presParOf" srcId="{F6589627-1DE7-4A03-9BFF-3B09B190AF37}" destId="{559267C2-2B6D-45EC-B8E7-534612CDA5B0}" srcOrd="2" destOrd="0" presId="urn:microsoft.com/office/officeart/2018/2/layout/IconVerticalSolidList"/>
    <dgm:cxn modelId="{5E87485E-CAC4-4691-A4C0-1B69D2C0C48C}" type="presParOf" srcId="{F6589627-1DE7-4A03-9BFF-3B09B190AF37}" destId="{BE7E5A66-E6DE-4D04-9818-0E3C64652310}"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9DC45C8C-A14D-4630-85A6-51559441193D}" type="doc">
      <dgm:prSet loTypeId="urn:microsoft.com/office/officeart/2018/2/layout/IconVerticalSolidList" loCatId="icon" qsTypeId="urn:microsoft.com/office/officeart/2005/8/quickstyle/simple1" qsCatId="simple" csTypeId="urn:microsoft.com/office/officeart/2018/5/colors/Iconchunking_neutralbg_colorful5" csCatId="colorful" phldr="1"/>
      <dgm:spPr/>
      <dgm:t>
        <a:bodyPr/>
        <a:lstStyle/>
        <a:p>
          <a:endParaRPr lang="en-US"/>
        </a:p>
      </dgm:t>
    </dgm:pt>
    <dgm:pt modelId="{7AE8B175-D6A2-4EA0-9B37-85C7F651A644}">
      <dgm:prSet/>
      <dgm:spPr/>
      <dgm:t>
        <a:bodyPr/>
        <a:lstStyle/>
        <a:p>
          <a:r>
            <a:rPr lang="en-US" b="0"/>
            <a:t>• Real-time detection achieved with good accuracy.</a:t>
          </a:r>
          <a:endParaRPr lang="en-US"/>
        </a:p>
      </dgm:t>
    </dgm:pt>
    <dgm:pt modelId="{AA19A345-2DCB-4636-8E2E-41BBE829D1FD}" type="parTrans" cxnId="{6BC4F800-3BBB-4C8F-9B0D-4DCD873C454C}">
      <dgm:prSet/>
      <dgm:spPr/>
      <dgm:t>
        <a:bodyPr/>
        <a:lstStyle/>
        <a:p>
          <a:endParaRPr lang="en-US"/>
        </a:p>
      </dgm:t>
    </dgm:pt>
    <dgm:pt modelId="{B6803848-78F4-40DF-8A52-3CCF608CB90C}" type="sibTrans" cxnId="{6BC4F800-3BBB-4C8F-9B0D-4DCD873C454C}">
      <dgm:prSet/>
      <dgm:spPr/>
      <dgm:t>
        <a:bodyPr/>
        <a:lstStyle/>
        <a:p>
          <a:endParaRPr lang="en-US"/>
        </a:p>
      </dgm:t>
    </dgm:pt>
    <dgm:pt modelId="{EB1C097B-1920-4664-807F-08EDCF1D8507}">
      <dgm:prSet/>
      <dgm:spPr/>
      <dgm:t>
        <a:bodyPr/>
        <a:lstStyle/>
        <a:p>
          <a:r>
            <a:rPr lang="en-US" b="0"/>
            <a:t>• Stable predictions using eye-based override.</a:t>
          </a:r>
          <a:endParaRPr lang="en-US"/>
        </a:p>
      </dgm:t>
    </dgm:pt>
    <dgm:pt modelId="{F0DFFA56-3707-45FA-85A5-9496F9D1D74E}" type="parTrans" cxnId="{7EFA9E75-982F-4113-8925-C04D980E43E6}">
      <dgm:prSet/>
      <dgm:spPr/>
      <dgm:t>
        <a:bodyPr/>
        <a:lstStyle/>
        <a:p>
          <a:endParaRPr lang="en-US"/>
        </a:p>
      </dgm:t>
    </dgm:pt>
    <dgm:pt modelId="{9B89B15F-4B9E-466F-8F51-6ACFB64757E8}" type="sibTrans" cxnId="{7EFA9E75-982F-4113-8925-C04D980E43E6}">
      <dgm:prSet/>
      <dgm:spPr/>
      <dgm:t>
        <a:bodyPr/>
        <a:lstStyle/>
        <a:p>
          <a:endParaRPr lang="en-US"/>
        </a:p>
      </dgm:t>
    </dgm:pt>
    <dgm:pt modelId="{CB6C2E2A-5671-4752-95E5-CB9ED1D01ED8}">
      <dgm:prSet/>
      <dgm:spPr/>
      <dgm:t>
        <a:bodyPr/>
        <a:lstStyle/>
        <a:p>
          <a:r>
            <a:rPr lang="en-US" b="0"/>
            <a:t>• Alarm alerts user when drowsiness detected.</a:t>
          </a:r>
          <a:endParaRPr lang="en-US"/>
        </a:p>
      </dgm:t>
    </dgm:pt>
    <dgm:pt modelId="{A3E0D969-AD41-4C5F-B877-A4FCED53A480}" type="parTrans" cxnId="{5B5C4B49-394E-4A25-8131-C502744276A5}">
      <dgm:prSet/>
      <dgm:spPr/>
      <dgm:t>
        <a:bodyPr/>
        <a:lstStyle/>
        <a:p>
          <a:endParaRPr lang="en-US"/>
        </a:p>
      </dgm:t>
    </dgm:pt>
    <dgm:pt modelId="{43F765D1-9F6B-4B55-B0C5-5813290D2FF1}" type="sibTrans" cxnId="{5B5C4B49-394E-4A25-8131-C502744276A5}">
      <dgm:prSet/>
      <dgm:spPr/>
      <dgm:t>
        <a:bodyPr/>
        <a:lstStyle/>
        <a:p>
          <a:endParaRPr lang="en-US"/>
        </a:p>
      </dgm:t>
    </dgm:pt>
    <dgm:pt modelId="{FBF8E600-D605-4022-B7FC-DFC9C9EBD4FB}">
      <dgm:prSet/>
      <dgm:spPr/>
      <dgm:t>
        <a:bodyPr/>
        <a:lstStyle/>
        <a:p>
          <a:r>
            <a:rPr lang="en-US" b="0"/>
            <a:t>• Lightweight model runs efficiently on CPU.</a:t>
          </a:r>
          <a:endParaRPr lang="en-US"/>
        </a:p>
      </dgm:t>
    </dgm:pt>
    <dgm:pt modelId="{D66D6BB1-4EDB-4BB7-83F3-D0646426125B}" type="parTrans" cxnId="{05908D89-D338-48C5-868D-75685E62874A}">
      <dgm:prSet/>
      <dgm:spPr/>
      <dgm:t>
        <a:bodyPr/>
        <a:lstStyle/>
        <a:p>
          <a:endParaRPr lang="en-US"/>
        </a:p>
      </dgm:t>
    </dgm:pt>
    <dgm:pt modelId="{F4D803D2-A6F9-4914-8CA3-FC32C4DC58F8}" type="sibTrans" cxnId="{05908D89-D338-48C5-868D-75685E62874A}">
      <dgm:prSet/>
      <dgm:spPr/>
      <dgm:t>
        <a:bodyPr/>
        <a:lstStyle/>
        <a:p>
          <a:endParaRPr lang="en-US"/>
        </a:p>
      </dgm:t>
    </dgm:pt>
    <dgm:pt modelId="{CC6A3C27-9665-495F-B81A-459EC10B0790}" type="pres">
      <dgm:prSet presAssocID="{9DC45C8C-A14D-4630-85A6-51559441193D}" presName="root" presStyleCnt="0">
        <dgm:presLayoutVars>
          <dgm:dir/>
          <dgm:resizeHandles val="exact"/>
        </dgm:presLayoutVars>
      </dgm:prSet>
      <dgm:spPr/>
    </dgm:pt>
    <dgm:pt modelId="{D2A17573-4952-435B-97F2-900102A7954B}" type="pres">
      <dgm:prSet presAssocID="{7AE8B175-D6A2-4EA0-9B37-85C7F651A644}" presName="compNode" presStyleCnt="0"/>
      <dgm:spPr/>
    </dgm:pt>
    <dgm:pt modelId="{693EB938-03DD-42EA-B9D2-28FAE7065011}" type="pres">
      <dgm:prSet presAssocID="{7AE8B175-D6A2-4EA0-9B37-85C7F651A644}" presName="bgRect" presStyleLbl="bgShp" presStyleIdx="0" presStyleCnt="4"/>
      <dgm:spPr/>
    </dgm:pt>
    <dgm:pt modelId="{5EF6238D-298C-4880-8CE5-39A5D8409A42}" type="pres">
      <dgm:prSet presAssocID="{7AE8B175-D6A2-4EA0-9B37-85C7F651A644}"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Target"/>
        </a:ext>
      </dgm:extLst>
    </dgm:pt>
    <dgm:pt modelId="{F2FD7986-C079-4547-8649-B82E8FE80C3C}" type="pres">
      <dgm:prSet presAssocID="{7AE8B175-D6A2-4EA0-9B37-85C7F651A644}" presName="spaceRect" presStyleCnt="0"/>
      <dgm:spPr/>
    </dgm:pt>
    <dgm:pt modelId="{E5D8D665-4203-4AE8-9E2D-8D9A357039DB}" type="pres">
      <dgm:prSet presAssocID="{7AE8B175-D6A2-4EA0-9B37-85C7F651A644}" presName="parTx" presStyleLbl="revTx" presStyleIdx="0" presStyleCnt="4">
        <dgm:presLayoutVars>
          <dgm:chMax val="0"/>
          <dgm:chPref val="0"/>
        </dgm:presLayoutVars>
      </dgm:prSet>
      <dgm:spPr/>
    </dgm:pt>
    <dgm:pt modelId="{5297AA3B-03E4-48EC-8945-6EDECAB25AD8}" type="pres">
      <dgm:prSet presAssocID="{B6803848-78F4-40DF-8A52-3CCF608CB90C}" presName="sibTrans" presStyleCnt="0"/>
      <dgm:spPr/>
    </dgm:pt>
    <dgm:pt modelId="{1D30CA83-82CE-4C1B-8B64-3BA83F3D1D66}" type="pres">
      <dgm:prSet presAssocID="{EB1C097B-1920-4664-807F-08EDCF1D8507}" presName="compNode" presStyleCnt="0"/>
      <dgm:spPr/>
    </dgm:pt>
    <dgm:pt modelId="{C3960047-1D15-4FEF-BB8F-807A60688207}" type="pres">
      <dgm:prSet presAssocID="{EB1C097B-1920-4664-807F-08EDCF1D8507}" presName="bgRect" presStyleLbl="bgShp" presStyleIdx="1" presStyleCnt="4"/>
      <dgm:spPr/>
    </dgm:pt>
    <dgm:pt modelId="{89857A54-56EA-4D66-A373-1DA63951AC91}" type="pres">
      <dgm:prSet presAssocID="{EB1C097B-1920-4664-807F-08EDCF1D8507}"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Question mark"/>
        </a:ext>
      </dgm:extLst>
    </dgm:pt>
    <dgm:pt modelId="{36DE2714-A21D-420B-8903-D7B06AEDA045}" type="pres">
      <dgm:prSet presAssocID="{EB1C097B-1920-4664-807F-08EDCF1D8507}" presName="spaceRect" presStyleCnt="0"/>
      <dgm:spPr/>
    </dgm:pt>
    <dgm:pt modelId="{D33DB765-4BD4-4F5A-BE50-5296931C6396}" type="pres">
      <dgm:prSet presAssocID="{EB1C097B-1920-4664-807F-08EDCF1D8507}" presName="parTx" presStyleLbl="revTx" presStyleIdx="1" presStyleCnt="4">
        <dgm:presLayoutVars>
          <dgm:chMax val="0"/>
          <dgm:chPref val="0"/>
        </dgm:presLayoutVars>
      </dgm:prSet>
      <dgm:spPr/>
    </dgm:pt>
    <dgm:pt modelId="{7C07D546-5414-4EA9-A089-BAB311485298}" type="pres">
      <dgm:prSet presAssocID="{9B89B15F-4B9E-466F-8F51-6ACFB64757E8}" presName="sibTrans" presStyleCnt="0"/>
      <dgm:spPr/>
    </dgm:pt>
    <dgm:pt modelId="{608282E6-496A-40FC-9570-F1AAC1D60019}" type="pres">
      <dgm:prSet presAssocID="{CB6C2E2A-5671-4752-95E5-CB9ED1D01ED8}" presName="compNode" presStyleCnt="0"/>
      <dgm:spPr/>
    </dgm:pt>
    <dgm:pt modelId="{2E4BE265-2729-4372-9A48-96489B071DDC}" type="pres">
      <dgm:prSet presAssocID="{CB6C2E2A-5671-4752-95E5-CB9ED1D01ED8}" presName="bgRect" presStyleLbl="bgShp" presStyleIdx="2" presStyleCnt="4"/>
      <dgm:spPr/>
    </dgm:pt>
    <dgm:pt modelId="{DD70896B-F297-482F-86E5-D3213ABA7C9E}" type="pres">
      <dgm:prSet presAssocID="{CB6C2E2A-5671-4752-95E5-CB9ED1D01ED8}"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Alarm Clock"/>
        </a:ext>
      </dgm:extLst>
    </dgm:pt>
    <dgm:pt modelId="{28C4DFA9-E538-4CDA-8488-E1F2AFF9583B}" type="pres">
      <dgm:prSet presAssocID="{CB6C2E2A-5671-4752-95E5-CB9ED1D01ED8}" presName="spaceRect" presStyleCnt="0"/>
      <dgm:spPr/>
    </dgm:pt>
    <dgm:pt modelId="{6989E453-D1C7-42C3-B370-8D98F09EDF84}" type="pres">
      <dgm:prSet presAssocID="{CB6C2E2A-5671-4752-95E5-CB9ED1D01ED8}" presName="parTx" presStyleLbl="revTx" presStyleIdx="2" presStyleCnt="4">
        <dgm:presLayoutVars>
          <dgm:chMax val="0"/>
          <dgm:chPref val="0"/>
        </dgm:presLayoutVars>
      </dgm:prSet>
      <dgm:spPr/>
    </dgm:pt>
    <dgm:pt modelId="{5610A499-DC90-4CBF-82B3-58F6CA5E9BA4}" type="pres">
      <dgm:prSet presAssocID="{43F765D1-9F6B-4B55-B0C5-5813290D2FF1}" presName="sibTrans" presStyleCnt="0"/>
      <dgm:spPr/>
    </dgm:pt>
    <dgm:pt modelId="{79FD865B-EA74-4636-B77E-720C7F9B67FA}" type="pres">
      <dgm:prSet presAssocID="{FBF8E600-D605-4022-B7FC-DFC9C9EBD4FB}" presName="compNode" presStyleCnt="0"/>
      <dgm:spPr/>
    </dgm:pt>
    <dgm:pt modelId="{DD921AFA-BAA0-414A-8D3A-0CB70BEED480}" type="pres">
      <dgm:prSet presAssocID="{FBF8E600-D605-4022-B7FC-DFC9C9EBD4FB}" presName="bgRect" presStyleLbl="bgShp" presStyleIdx="3" presStyleCnt="4"/>
      <dgm:spPr/>
    </dgm:pt>
    <dgm:pt modelId="{CE1FECBA-9D2E-49FA-A9B1-75F5D6671DFA}" type="pres">
      <dgm:prSet presAssocID="{FBF8E600-D605-4022-B7FC-DFC9C9EBD4FB}"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Processor"/>
        </a:ext>
      </dgm:extLst>
    </dgm:pt>
    <dgm:pt modelId="{85630B44-4B49-43F4-864B-E0381CB126BC}" type="pres">
      <dgm:prSet presAssocID="{FBF8E600-D605-4022-B7FC-DFC9C9EBD4FB}" presName="spaceRect" presStyleCnt="0"/>
      <dgm:spPr/>
    </dgm:pt>
    <dgm:pt modelId="{2D763E89-1C99-441D-BF63-ADE7EEFDF7A2}" type="pres">
      <dgm:prSet presAssocID="{FBF8E600-D605-4022-B7FC-DFC9C9EBD4FB}" presName="parTx" presStyleLbl="revTx" presStyleIdx="3" presStyleCnt="4">
        <dgm:presLayoutVars>
          <dgm:chMax val="0"/>
          <dgm:chPref val="0"/>
        </dgm:presLayoutVars>
      </dgm:prSet>
      <dgm:spPr/>
    </dgm:pt>
  </dgm:ptLst>
  <dgm:cxnLst>
    <dgm:cxn modelId="{6BC4F800-3BBB-4C8F-9B0D-4DCD873C454C}" srcId="{9DC45C8C-A14D-4630-85A6-51559441193D}" destId="{7AE8B175-D6A2-4EA0-9B37-85C7F651A644}" srcOrd="0" destOrd="0" parTransId="{AA19A345-2DCB-4636-8E2E-41BBE829D1FD}" sibTransId="{B6803848-78F4-40DF-8A52-3CCF608CB90C}"/>
    <dgm:cxn modelId="{4718C020-4DA8-44CF-A6CF-82D5D5003E47}" type="presOf" srcId="{FBF8E600-D605-4022-B7FC-DFC9C9EBD4FB}" destId="{2D763E89-1C99-441D-BF63-ADE7EEFDF7A2}" srcOrd="0" destOrd="0" presId="urn:microsoft.com/office/officeart/2018/2/layout/IconVerticalSolidList"/>
    <dgm:cxn modelId="{2EFC2845-6A2C-4485-8537-ECD69E957C94}" type="presOf" srcId="{EB1C097B-1920-4664-807F-08EDCF1D8507}" destId="{D33DB765-4BD4-4F5A-BE50-5296931C6396}" srcOrd="0" destOrd="0" presId="urn:microsoft.com/office/officeart/2018/2/layout/IconVerticalSolidList"/>
    <dgm:cxn modelId="{5B5C4B49-394E-4A25-8131-C502744276A5}" srcId="{9DC45C8C-A14D-4630-85A6-51559441193D}" destId="{CB6C2E2A-5671-4752-95E5-CB9ED1D01ED8}" srcOrd="2" destOrd="0" parTransId="{A3E0D969-AD41-4C5F-B877-A4FCED53A480}" sibTransId="{43F765D1-9F6B-4B55-B0C5-5813290D2FF1}"/>
    <dgm:cxn modelId="{7EFA9E75-982F-4113-8925-C04D980E43E6}" srcId="{9DC45C8C-A14D-4630-85A6-51559441193D}" destId="{EB1C097B-1920-4664-807F-08EDCF1D8507}" srcOrd="1" destOrd="0" parTransId="{F0DFFA56-3707-45FA-85A5-9496F9D1D74E}" sibTransId="{9B89B15F-4B9E-466F-8F51-6ACFB64757E8}"/>
    <dgm:cxn modelId="{05908D89-D338-48C5-868D-75685E62874A}" srcId="{9DC45C8C-A14D-4630-85A6-51559441193D}" destId="{FBF8E600-D605-4022-B7FC-DFC9C9EBD4FB}" srcOrd="3" destOrd="0" parTransId="{D66D6BB1-4EDB-4BB7-83F3-D0646426125B}" sibTransId="{F4D803D2-A6F9-4914-8CA3-FC32C4DC58F8}"/>
    <dgm:cxn modelId="{162A4ABE-54F0-40E0-9E38-47371635DD31}" type="presOf" srcId="{CB6C2E2A-5671-4752-95E5-CB9ED1D01ED8}" destId="{6989E453-D1C7-42C3-B370-8D98F09EDF84}" srcOrd="0" destOrd="0" presId="urn:microsoft.com/office/officeart/2018/2/layout/IconVerticalSolidList"/>
    <dgm:cxn modelId="{4002B1E1-BAA3-42D7-80FC-4D02FE9C8C80}" type="presOf" srcId="{9DC45C8C-A14D-4630-85A6-51559441193D}" destId="{CC6A3C27-9665-495F-B81A-459EC10B0790}" srcOrd="0" destOrd="0" presId="urn:microsoft.com/office/officeart/2018/2/layout/IconVerticalSolidList"/>
    <dgm:cxn modelId="{4E33C2EB-1106-4B5E-ACEE-6A082BECC060}" type="presOf" srcId="{7AE8B175-D6A2-4EA0-9B37-85C7F651A644}" destId="{E5D8D665-4203-4AE8-9E2D-8D9A357039DB}" srcOrd="0" destOrd="0" presId="urn:microsoft.com/office/officeart/2018/2/layout/IconVerticalSolidList"/>
    <dgm:cxn modelId="{4EE582EB-2310-4DA4-8E9F-586CFAD33D9A}" type="presParOf" srcId="{CC6A3C27-9665-495F-B81A-459EC10B0790}" destId="{D2A17573-4952-435B-97F2-900102A7954B}" srcOrd="0" destOrd="0" presId="urn:microsoft.com/office/officeart/2018/2/layout/IconVerticalSolidList"/>
    <dgm:cxn modelId="{15401990-B407-4A91-A75B-778BC21E63A3}" type="presParOf" srcId="{D2A17573-4952-435B-97F2-900102A7954B}" destId="{693EB938-03DD-42EA-B9D2-28FAE7065011}" srcOrd="0" destOrd="0" presId="urn:microsoft.com/office/officeart/2018/2/layout/IconVerticalSolidList"/>
    <dgm:cxn modelId="{BF80C585-205A-4C44-ACDA-CE02226046F8}" type="presParOf" srcId="{D2A17573-4952-435B-97F2-900102A7954B}" destId="{5EF6238D-298C-4880-8CE5-39A5D8409A42}" srcOrd="1" destOrd="0" presId="urn:microsoft.com/office/officeart/2018/2/layout/IconVerticalSolidList"/>
    <dgm:cxn modelId="{292E83C0-0266-42BC-89BC-323F108697EB}" type="presParOf" srcId="{D2A17573-4952-435B-97F2-900102A7954B}" destId="{F2FD7986-C079-4547-8649-B82E8FE80C3C}" srcOrd="2" destOrd="0" presId="urn:microsoft.com/office/officeart/2018/2/layout/IconVerticalSolidList"/>
    <dgm:cxn modelId="{CA9528C3-D598-4EF1-BE27-DF4441154FFA}" type="presParOf" srcId="{D2A17573-4952-435B-97F2-900102A7954B}" destId="{E5D8D665-4203-4AE8-9E2D-8D9A357039DB}" srcOrd="3" destOrd="0" presId="urn:microsoft.com/office/officeart/2018/2/layout/IconVerticalSolidList"/>
    <dgm:cxn modelId="{CDAB97B0-5C43-46EC-8544-26C6333AF2CE}" type="presParOf" srcId="{CC6A3C27-9665-495F-B81A-459EC10B0790}" destId="{5297AA3B-03E4-48EC-8945-6EDECAB25AD8}" srcOrd="1" destOrd="0" presId="urn:microsoft.com/office/officeart/2018/2/layout/IconVerticalSolidList"/>
    <dgm:cxn modelId="{07433837-D399-4DEC-B24F-EF51A2485598}" type="presParOf" srcId="{CC6A3C27-9665-495F-B81A-459EC10B0790}" destId="{1D30CA83-82CE-4C1B-8B64-3BA83F3D1D66}" srcOrd="2" destOrd="0" presId="urn:microsoft.com/office/officeart/2018/2/layout/IconVerticalSolidList"/>
    <dgm:cxn modelId="{4E84D2AF-26A7-426C-B201-994FF7B904A6}" type="presParOf" srcId="{1D30CA83-82CE-4C1B-8B64-3BA83F3D1D66}" destId="{C3960047-1D15-4FEF-BB8F-807A60688207}" srcOrd="0" destOrd="0" presId="urn:microsoft.com/office/officeart/2018/2/layout/IconVerticalSolidList"/>
    <dgm:cxn modelId="{8AA2C7DA-ADE3-4201-983D-6E32C66CB6FE}" type="presParOf" srcId="{1D30CA83-82CE-4C1B-8B64-3BA83F3D1D66}" destId="{89857A54-56EA-4D66-A373-1DA63951AC91}" srcOrd="1" destOrd="0" presId="urn:microsoft.com/office/officeart/2018/2/layout/IconVerticalSolidList"/>
    <dgm:cxn modelId="{7B769972-A89B-4677-8109-C292B82FAF21}" type="presParOf" srcId="{1D30CA83-82CE-4C1B-8B64-3BA83F3D1D66}" destId="{36DE2714-A21D-420B-8903-D7B06AEDA045}" srcOrd="2" destOrd="0" presId="urn:microsoft.com/office/officeart/2018/2/layout/IconVerticalSolidList"/>
    <dgm:cxn modelId="{704F653F-E082-48DF-A92C-BFF009039B9B}" type="presParOf" srcId="{1D30CA83-82CE-4C1B-8B64-3BA83F3D1D66}" destId="{D33DB765-4BD4-4F5A-BE50-5296931C6396}" srcOrd="3" destOrd="0" presId="urn:microsoft.com/office/officeart/2018/2/layout/IconVerticalSolidList"/>
    <dgm:cxn modelId="{819783F3-74D1-4562-932C-7072FA71A9D8}" type="presParOf" srcId="{CC6A3C27-9665-495F-B81A-459EC10B0790}" destId="{7C07D546-5414-4EA9-A089-BAB311485298}" srcOrd="3" destOrd="0" presId="urn:microsoft.com/office/officeart/2018/2/layout/IconVerticalSolidList"/>
    <dgm:cxn modelId="{A1A75DFF-404E-44E0-AC71-41D20CC756D3}" type="presParOf" srcId="{CC6A3C27-9665-495F-B81A-459EC10B0790}" destId="{608282E6-496A-40FC-9570-F1AAC1D60019}" srcOrd="4" destOrd="0" presId="urn:microsoft.com/office/officeart/2018/2/layout/IconVerticalSolidList"/>
    <dgm:cxn modelId="{EA49F10F-9AE9-4286-8034-31E4CC88584D}" type="presParOf" srcId="{608282E6-496A-40FC-9570-F1AAC1D60019}" destId="{2E4BE265-2729-4372-9A48-96489B071DDC}" srcOrd="0" destOrd="0" presId="urn:microsoft.com/office/officeart/2018/2/layout/IconVerticalSolidList"/>
    <dgm:cxn modelId="{83F05763-FEC4-4E39-BB84-46F1352CA961}" type="presParOf" srcId="{608282E6-496A-40FC-9570-F1AAC1D60019}" destId="{DD70896B-F297-482F-86E5-D3213ABA7C9E}" srcOrd="1" destOrd="0" presId="urn:microsoft.com/office/officeart/2018/2/layout/IconVerticalSolidList"/>
    <dgm:cxn modelId="{DD493106-0F3C-4E78-B250-966AA0E43D55}" type="presParOf" srcId="{608282E6-496A-40FC-9570-F1AAC1D60019}" destId="{28C4DFA9-E538-4CDA-8488-E1F2AFF9583B}" srcOrd="2" destOrd="0" presId="urn:microsoft.com/office/officeart/2018/2/layout/IconVerticalSolidList"/>
    <dgm:cxn modelId="{E36EF3D7-84A4-4661-AF34-6AED1442BB6F}" type="presParOf" srcId="{608282E6-496A-40FC-9570-F1AAC1D60019}" destId="{6989E453-D1C7-42C3-B370-8D98F09EDF84}" srcOrd="3" destOrd="0" presId="urn:microsoft.com/office/officeart/2018/2/layout/IconVerticalSolidList"/>
    <dgm:cxn modelId="{9BB3CC97-B1E4-4638-8926-C35A862F463F}" type="presParOf" srcId="{CC6A3C27-9665-495F-B81A-459EC10B0790}" destId="{5610A499-DC90-4CBF-82B3-58F6CA5E9BA4}" srcOrd="5" destOrd="0" presId="urn:microsoft.com/office/officeart/2018/2/layout/IconVerticalSolidList"/>
    <dgm:cxn modelId="{CC3D39F1-D362-40F2-B241-E92675238F18}" type="presParOf" srcId="{CC6A3C27-9665-495F-B81A-459EC10B0790}" destId="{79FD865B-EA74-4636-B77E-720C7F9B67FA}" srcOrd="6" destOrd="0" presId="urn:microsoft.com/office/officeart/2018/2/layout/IconVerticalSolidList"/>
    <dgm:cxn modelId="{3EDC717D-255C-40C3-9BCE-D0E7ACA1CB81}" type="presParOf" srcId="{79FD865B-EA74-4636-B77E-720C7F9B67FA}" destId="{DD921AFA-BAA0-414A-8D3A-0CB70BEED480}" srcOrd="0" destOrd="0" presId="urn:microsoft.com/office/officeart/2018/2/layout/IconVerticalSolidList"/>
    <dgm:cxn modelId="{BD80389D-BF97-48CE-A75E-A243D413EA80}" type="presParOf" srcId="{79FD865B-EA74-4636-B77E-720C7F9B67FA}" destId="{CE1FECBA-9D2E-49FA-A9B1-75F5D6671DFA}" srcOrd="1" destOrd="0" presId="urn:microsoft.com/office/officeart/2018/2/layout/IconVerticalSolidList"/>
    <dgm:cxn modelId="{56663626-C286-4F8D-81D8-F9D283483F3B}" type="presParOf" srcId="{79FD865B-EA74-4636-B77E-720C7F9B67FA}" destId="{85630B44-4B49-43F4-864B-E0381CB126BC}" srcOrd="2" destOrd="0" presId="urn:microsoft.com/office/officeart/2018/2/layout/IconVerticalSolidList"/>
    <dgm:cxn modelId="{A546DB3F-61CE-407B-A4B9-D1299C24903F}" type="presParOf" srcId="{79FD865B-EA74-4636-B77E-720C7F9B67FA}" destId="{2D763E89-1C99-441D-BF63-ADE7EEFDF7A2}"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2055678-746F-46F8-9DA7-F7B4818D61EE}">
      <dsp:nvSpPr>
        <dsp:cNvPr id="0" name=""/>
        <dsp:cNvSpPr/>
      </dsp:nvSpPr>
      <dsp:spPr>
        <a:xfrm>
          <a:off x="0" y="2288"/>
          <a:ext cx="4773168" cy="115984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81AA432-B4D6-49D1-9281-80ADAEBAF636}">
      <dsp:nvSpPr>
        <dsp:cNvPr id="0" name=""/>
        <dsp:cNvSpPr/>
      </dsp:nvSpPr>
      <dsp:spPr>
        <a:xfrm>
          <a:off x="350852" y="263253"/>
          <a:ext cx="637913" cy="63791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D1E749FA-66FE-4F63-A96B-8DCD1D4C3D18}">
      <dsp:nvSpPr>
        <dsp:cNvPr id="0" name=""/>
        <dsp:cNvSpPr/>
      </dsp:nvSpPr>
      <dsp:spPr>
        <a:xfrm>
          <a:off x="1339618" y="2288"/>
          <a:ext cx="3433549" cy="1159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750" tIns="122750" rIns="122750" bIns="122750" numCol="1" spcCol="1270" anchor="ctr" anchorCtr="0">
          <a:noAutofit/>
        </a:bodyPr>
        <a:lstStyle/>
        <a:p>
          <a:pPr marL="0" lvl="0" indent="0" algn="l" defTabSz="933450">
            <a:lnSpc>
              <a:spcPct val="90000"/>
            </a:lnSpc>
            <a:spcBef>
              <a:spcPct val="0"/>
            </a:spcBef>
            <a:spcAft>
              <a:spcPct val="35000"/>
            </a:spcAft>
            <a:buNone/>
          </a:pPr>
          <a:r>
            <a:rPr lang="en-US" sz="2100" b="0" kern="1200"/>
            <a:t>• Road accidents due to driver drowsiness are a major concern.</a:t>
          </a:r>
          <a:endParaRPr lang="en-US" sz="2100" kern="1200"/>
        </a:p>
      </dsp:txBody>
      <dsp:txXfrm>
        <a:off x="1339618" y="2288"/>
        <a:ext cx="3433549" cy="1159843"/>
      </dsp:txXfrm>
    </dsp:sp>
    <dsp:sp modelId="{3172E982-866D-4F27-A2D7-715FCB9BF603}">
      <dsp:nvSpPr>
        <dsp:cNvPr id="0" name=""/>
        <dsp:cNvSpPr/>
      </dsp:nvSpPr>
      <dsp:spPr>
        <a:xfrm>
          <a:off x="0" y="1452092"/>
          <a:ext cx="4773168" cy="115984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A39469C-5DC7-48A4-8A3D-625CFF0E2275}">
      <dsp:nvSpPr>
        <dsp:cNvPr id="0" name=""/>
        <dsp:cNvSpPr/>
      </dsp:nvSpPr>
      <dsp:spPr>
        <a:xfrm>
          <a:off x="350852" y="1713057"/>
          <a:ext cx="637913" cy="63791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7E9B24EC-AFB5-4256-8574-4BBCC056A2FB}">
      <dsp:nvSpPr>
        <dsp:cNvPr id="0" name=""/>
        <dsp:cNvSpPr/>
      </dsp:nvSpPr>
      <dsp:spPr>
        <a:xfrm>
          <a:off x="1339618" y="1452092"/>
          <a:ext cx="3433549" cy="1159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750" tIns="122750" rIns="122750" bIns="122750" numCol="1" spcCol="1270" anchor="ctr" anchorCtr="0">
          <a:noAutofit/>
        </a:bodyPr>
        <a:lstStyle/>
        <a:p>
          <a:pPr marL="0" lvl="0" indent="0" algn="l" defTabSz="933450">
            <a:lnSpc>
              <a:spcPct val="90000"/>
            </a:lnSpc>
            <a:spcBef>
              <a:spcPct val="0"/>
            </a:spcBef>
            <a:spcAft>
              <a:spcPct val="35000"/>
            </a:spcAft>
            <a:buNone/>
          </a:pPr>
          <a:r>
            <a:rPr lang="en-US" sz="2100" b="0" kern="1200"/>
            <a:t>• Goal: Detect drowsiness using webcam feed in real-time.</a:t>
          </a:r>
          <a:endParaRPr lang="en-US" sz="2100" kern="1200"/>
        </a:p>
      </dsp:txBody>
      <dsp:txXfrm>
        <a:off x="1339618" y="1452092"/>
        <a:ext cx="3433549" cy="1159843"/>
      </dsp:txXfrm>
    </dsp:sp>
    <dsp:sp modelId="{29158CCC-7A1E-4405-BD5A-701D225E0C43}">
      <dsp:nvSpPr>
        <dsp:cNvPr id="0" name=""/>
        <dsp:cNvSpPr/>
      </dsp:nvSpPr>
      <dsp:spPr>
        <a:xfrm>
          <a:off x="0" y="2901896"/>
          <a:ext cx="4773168" cy="115984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D52B599-6D59-459C-A468-FE2DE468357A}">
      <dsp:nvSpPr>
        <dsp:cNvPr id="0" name=""/>
        <dsp:cNvSpPr/>
      </dsp:nvSpPr>
      <dsp:spPr>
        <a:xfrm>
          <a:off x="350852" y="3162861"/>
          <a:ext cx="637913" cy="637913"/>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8EB39A81-70CE-4382-96DC-779D0510CF72}">
      <dsp:nvSpPr>
        <dsp:cNvPr id="0" name=""/>
        <dsp:cNvSpPr/>
      </dsp:nvSpPr>
      <dsp:spPr>
        <a:xfrm>
          <a:off x="1339618" y="2901896"/>
          <a:ext cx="3433549" cy="1159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750" tIns="122750" rIns="122750" bIns="122750" numCol="1" spcCol="1270" anchor="ctr" anchorCtr="0">
          <a:noAutofit/>
        </a:bodyPr>
        <a:lstStyle/>
        <a:p>
          <a:pPr marL="0" lvl="0" indent="0" algn="l" defTabSz="933450">
            <a:lnSpc>
              <a:spcPct val="90000"/>
            </a:lnSpc>
            <a:spcBef>
              <a:spcPct val="0"/>
            </a:spcBef>
            <a:spcAft>
              <a:spcPct val="35000"/>
            </a:spcAft>
            <a:buNone/>
          </a:pPr>
          <a:r>
            <a:rPr lang="en-US" sz="2100" b="0" kern="1200"/>
            <a:t>• Approach: Use a trained MobileNet model + Streamlit for UI.</a:t>
          </a:r>
          <a:endParaRPr lang="en-US" sz="2100" kern="1200"/>
        </a:p>
      </dsp:txBody>
      <dsp:txXfrm>
        <a:off x="1339618" y="2901896"/>
        <a:ext cx="3433549" cy="1159843"/>
      </dsp:txXfrm>
    </dsp:sp>
    <dsp:sp modelId="{80B0935F-6CB1-49B9-B28C-8A09FB5954B6}">
      <dsp:nvSpPr>
        <dsp:cNvPr id="0" name=""/>
        <dsp:cNvSpPr/>
      </dsp:nvSpPr>
      <dsp:spPr>
        <a:xfrm>
          <a:off x="0" y="4351700"/>
          <a:ext cx="4773168" cy="115984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4AD40C2-C887-4DDA-A03F-CAA69C390AE0}">
      <dsp:nvSpPr>
        <dsp:cNvPr id="0" name=""/>
        <dsp:cNvSpPr/>
      </dsp:nvSpPr>
      <dsp:spPr>
        <a:xfrm>
          <a:off x="350852" y="4612665"/>
          <a:ext cx="637913" cy="637913"/>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986D287-C6D0-4276-83A2-FE96D882EE6A}">
      <dsp:nvSpPr>
        <dsp:cNvPr id="0" name=""/>
        <dsp:cNvSpPr/>
      </dsp:nvSpPr>
      <dsp:spPr>
        <a:xfrm>
          <a:off x="1339618" y="4351700"/>
          <a:ext cx="3433549" cy="1159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750" tIns="122750" rIns="122750" bIns="122750" numCol="1" spcCol="1270" anchor="ctr" anchorCtr="0">
          <a:noAutofit/>
        </a:bodyPr>
        <a:lstStyle/>
        <a:p>
          <a:pPr marL="0" lvl="0" indent="0" algn="l" defTabSz="933450">
            <a:lnSpc>
              <a:spcPct val="90000"/>
            </a:lnSpc>
            <a:spcBef>
              <a:spcPct val="0"/>
            </a:spcBef>
            <a:spcAft>
              <a:spcPct val="35000"/>
            </a:spcAft>
            <a:buNone/>
          </a:pPr>
          <a:r>
            <a:rPr lang="en-US" sz="2100" b="0" kern="1200"/>
            <a:t>• Detection based on facial features and eye status.</a:t>
          </a:r>
          <a:endParaRPr lang="en-US" sz="2100" kern="1200"/>
        </a:p>
      </dsp:txBody>
      <dsp:txXfrm>
        <a:off x="1339618" y="4351700"/>
        <a:ext cx="3433549" cy="115984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3A88510-C3AD-42C8-B054-6F583DBC6320}">
      <dsp:nvSpPr>
        <dsp:cNvPr id="0" name=""/>
        <dsp:cNvSpPr/>
      </dsp:nvSpPr>
      <dsp:spPr>
        <a:xfrm>
          <a:off x="0" y="546079"/>
          <a:ext cx="5000124" cy="1034280"/>
        </a:xfrm>
        <a:prstGeom prst="roundRect">
          <a:avLst/>
        </a:prstGeom>
        <a:gradFill rotWithShape="0">
          <a:gsLst>
            <a:gs pos="0">
              <a:schemeClr val="accent5">
                <a:hueOff val="0"/>
                <a:satOff val="0"/>
                <a:lumOff val="0"/>
                <a:alphaOff val="0"/>
                <a:tint val="100000"/>
                <a:shade val="100000"/>
              </a:schemeClr>
            </a:gs>
            <a:gs pos="100000">
              <a:schemeClr val="accent5">
                <a:hueOff val="0"/>
                <a:satOff val="0"/>
                <a:lumOff val="0"/>
                <a:alphaOff val="0"/>
                <a:tint val="50000"/>
                <a:shade val="100000"/>
              </a:schemeClr>
            </a:gs>
          </a:gsLst>
          <a:lin ang="16200000" scaled="0"/>
          <a:tileRect/>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b="0" kern="1200"/>
            <a:t>• Dataset contains labeled images of 'Awake' and 'Drowsy' faces.</a:t>
          </a:r>
          <a:endParaRPr lang="en-US" sz="2600" kern="1200"/>
        </a:p>
      </dsp:txBody>
      <dsp:txXfrm>
        <a:off x="50489" y="596568"/>
        <a:ext cx="4899146" cy="933302"/>
      </dsp:txXfrm>
    </dsp:sp>
    <dsp:sp modelId="{DAF71FE4-0EEA-441D-B961-3F8004750EB2}">
      <dsp:nvSpPr>
        <dsp:cNvPr id="0" name=""/>
        <dsp:cNvSpPr/>
      </dsp:nvSpPr>
      <dsp:spPr>
        <a:xfrm>
          <a:off x="0" y="1655240"/>
          <a:ext cx="5000124" cy="1034280"/>
        </a:xfrm>
        <a:prstGeom prst="roundRect">
          <a:avLst/>
        </a:prstGeom>
        <a:gradFill rotWithShape="0">
          <a:gsLst>
            <a:gs pos="0">
              <a:schemeClr val="accent5">
                <a:hueOff val="-3311292"/>
                <a:satOff val="13270"/>
                <a:lumOff val="2876"/>
                <a:alphaOff val="0"/>
                <a:tint val="100000"/>
                <a:shade val="100000"/>
              </a:schemeClr>
            </a:gs>
            <a:gs pos="100000">
              <a:schemeClr val="accent5">
                <a:hueOff val="-3311292"/>
                <a:satOff val="13270"/>
                <a:lumOff val="2876"/>
                <a:alphaOff val="0"/>
                <a:tint val="50000"/>
                <a:shade val="100000"/>
              </a:schemeClr>
            </a:gs>
          </a:gsLst>
          <a:lin ang="16200000" scaled="0"/>
          <a:tileRect/>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b="0" kern="1200"/>
            <a:t>• Images preprocessed to 224x224 pixels.</a:t>
          </a:r>
          <a:endParaRPr lang="en-US" sz="2600" kern="1200"/>
        </a:p>
      </dsp:txBody>
      <dsp:txXfrm>
        <a:off x="50489" y="1705729"/>
        <a:ext cx="4899146" cy="933302"/>
      </dsp:txXfrm>
    </dsp:sp>
    <dsp:sp modelId="{1E8743C5-A427-4BF4-9C7B-B8BFF61B4591}">
      <dsp:nvSpPr>
        <dsp:cNvPr id="0" name=""/>
        <dsp:cNvSpPr/>
      </dsp:nvSpPr>
      <dsp:spPr>
        <a:xfrm>
          <a:off x="0" y="2764400"/>
          <a:ext cx="5000124" cy="1034280"/>
        </a:xfrm>
        <a:prstGeom prst="roundRect">
          <a:avLst/>
        </a:prstGeom>
        <a:gradFill rotWithShape="0">
          <a:gsLst>
            <a:gs pos="0">
              <a:schemeClr val="accent5">
                <a:hueOff val="-6622584"/>
                <a:satOff val="26541"/>
                <a:lumOff val="5752"/>
                <a:alphaOff val="0"/>
                <a:tint val="100000"/>
                <a:shade val="100000"/>
              </a:schemeClr>
            </a:gs>
            <a:gs pos="100000">
              <a:schemeClr val="accent5">
                <a:hueOff val="-6622584"/>
                <a:satOff val="26541"/>
                <a:lumOff val="5752"/>
                <a:alphaOff val="0"/>
                <a:tint val="50000"/>
                <a:shade val="100000"/>
              </a:schemeClr>
            </a:gs>
          </a:gsLst>
          <a:lin ang="16200000" scaled="0"/>
          <a:tileRect/>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b="0" kern="1200"/>
            <a:t>• Augmentation applied to enhance generalization.</a:t>
          </a:r>
          <a:endParaRPr lang="en-US" sz="2600" kern="1200"/>
        </a:p>
      </dsp:txBody>
      <dsp:txXfrm>
        <a:off x="50489" y="2814889"/>
        <a:ext cx="4899146" cy="933302"/>
      </dsp:txXfrm>
    </dsp:sp>
    <dsp:sp modelId="{D2D736C2-FCB2-4069-950B-9D30FBE81E3D}">
      <dsp:nvSpPr>
        <dsp:cNvPr id="0" name=""/>
        <dsp:cNvSpPr/>
      </dsp:nvSpPr>
      <dsp:spPr>
        <a:xfrm>
          <a:off x="0" y="3873560"/>
          <a:ext cx="5000124" cy="1034280"/>
        </a:xfrm>
        <a:prstGeom prst="roundRect">
          <a:avLst/>
        </a:prstGeom>
        <a:gradFill rotWithShape="0">
          <a:gsLst>
            <a:gs pos="0">
              <a:schemeClr val="accent5">
                <a:hueOff val="-9933876"/>
                <a:satOff val="39811"/>
                <a:lumOff val="8628"/>
                <a:alphaOff val="0"/>
                <a:tint val="100000"/>
                <a:shade val="100000"/>
              </a:schemeClr>
            </a:gs>
            <a:gs pos="100000">
              <a:schemeClr val="accent5">
                <a:hueOff val="-9933876"/>
                <a:satOff val="39811"/>
                <a:lumOff val="8628"/>
                <a:alphaOff val="0"/>
                <a:tint val="50000"/>
                <a:shade val="100000"/>
              </a:schemeClr>
            </a:gs>
          </a:gsLst>
          <a:lin ang="16200000" scaled="0"/>
          <a:tileRect/>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b="0" kern="1200"/>
            <a:t>• Split into training and validation sets.</a:t>
          </a:r>
          <a:endParaRPr lang="en-US" sz="2600" kern="1200"/>
        </a:p>
      </dsp:txBody>
      <dsp:txXfrm>
        <a:off x="50489" y="3924049"/>
        <a:ext cx="4899146" cy="93330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2B34AC6-C916-4DCA-9532-36ECE7424DFC}">
      <dsp:nvSpPr>
        <dsp:cNvPr id="0" name=""/>
        <dsp:cNvSpPr/>
      </dsp:nvSpPr>
      <dsp:spPr>
        <a:xfrm>
          <a:off x="0" y="210559"/>
          <a:ext cx="5000124" cy="1193400"/>
        </a:xfrm>
        <a:prstGeom prst="roundRect">
          <a:avLst/>
        </a:prstGeom>
        <a:gradFill rotWithShape="0">
          <a:gsLst>
            <a:gs pos="0">
              <a:schemeClr val="accent5">
                <a:hueOff val="0"/>
                <a:satOff val="0"/>
                <a:lumOff val="0"/>
                <a:alphaOff val="0"/>
                <a:tint val="100000"/>
                <a:shade val="100000"/>
              </a:schemeClr>
            </a:gs>
            <a:gs pos="100000">
              <a:schemeClr val="accent5">
                <a:hueOff val="0"/>
                <a:satOff val="0"/>
                <a:lumOff val="0"/>
                <a:alphaOff val="0"/>
                <a:tint val="50000"/>
                <a:shade val="100000"/>
              </a:schemeClr>
            </a:gs>
          </a:gsLst>
          <a:lin ang="16200000" scaled="0"/>
          <a:tileRect/>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n-US" sz="3000" b="0" kern="1200"/>
            <a:t>• Base model: MobileNet (lightweight CNN).</a:t>
          </a:r>
          <a:endParaRPr lang="en-US" sz="3000" kern="1200"/>
        </a:p>
      </dsp:txBody>
      <dsp:txXfrm>
        <a:off x="58257" y="268816"/>
        <a:ext cx="4883610" cy="1076886"/>
      </dsp:txXfrm>
    </dsp:sp>
    <dsp:sp modelId="{BADDE500-7D9B-43D8-AFC9-3E5DC7791FA0}">
      <dsp:nvSpPr>
        <dsp:cNvPr id="0" name=""/>
        <dsp:cNvSpPr/>
      </dsp:nvSpPr>
      <dsp:spPr>
        <a:xfrm>
          <a:off x="0" y="1490359"/>
          <a:ext cx="5000124" cy="1193400"/>
        </a:xfrm>
        <a:prstGeom prst="roundRect">
          <a:avLst/>
        </a:prstGeom>
        <a:gradFill rotWithShape="0">
          <a:gsLst>
            <a:gs pos="0">
              <a:schemeClr val="accent5">
                <a:hueOff val="-3311292"/>
                <a:satOff val="13270"/>
                <a:lumOff val="2876"/>
                <a:alphaOff val="0"/>
                <a:tint val="100000"/>
                <a:shade val="100000"/>
              </a:schemeClr>
            </a:gs>
            <a:gs pos="100000">
              <a:schemeClr val="accent5">
                <a:hueOff val="-3311292"/>
                <a:satOff val="13270"/>
                <a:lumOff val="2876"/>
                <a:alphaOff val="0"/>
                <a:tint val="50000"/>
                <a:shade val="100000"/>
              </a:schemeClr>
            </a:gs>
          </a:gsLst>
          <a:lin ang="16200000" scaled="0"/>
          <a:tileRect/>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n-US" sz="3000" b="0" kern="1200"/>
            <a:t>• Fine-tuned with custom classifier head.</a:t>
          </a:r>
          <a:endParaRPr lang="en-US" sz="3000" kern="1200"/>
        </a:p>
      </dsp:txBody>
      <dsp:txXfrm>
        <a:off x="58257" y="1548616"/>
        <a:ext cx="4883610" cy="1076886"/>
      </dsp:txXfrm>
    </dsp:sp>
    <dsp:sp modelId="{6BB1FB1B-CC46-4747-BC74-A89D5D88DCFE}">
      <dsp:nvSpPr>
        <dsp:cNvPr id="0" name=""/>
        <dsp:cNvSpPr/>
      </dsp:nvSpPr>
      <dsp:spPr>
        <a:xfrm>
          <a:off x="0" y="2770159"/>
          <a:ext cx="5000124" cy="1193400"/>
        </a:xfrm>
        <a:prstGeom prst="roundRect">
          <a:avLst/>
        </a:prstGeom>
        <a:gradFill rotWithShape="0">
          <a:gsLst>
            <a:gs pos="0">
              <a:schemeClr val="accent5">
                <a:hueOff val="-6622584"/>
                <a:satOff val="26541"/>
                <a:lumOff val="5752"/>
                <a:alphaOff val="0"/>
                <a:tint val="100000"/>
                <a:shade val="100000"/>
              </a:schemeClr>
            </a:gs>
            <a:gs pos="100000">
              <a:schemeClr val="accent5">
                <a:hueOff val="-6622584"/>
                <a:satOff val="26541"/>
                <a:lumOff val="5752"/>
                <a:alphaOff val="0"/>
                <a:tint val="50000"/>
                <a:shade val="100000"/>
              </a:schemeClr>
            </a:gs>
          </a:gsLst>
          <a:lin ang="16200000" scaled="0"/>
          <a:tileRect/>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n-US" sz="3000" b="0" kern="1200"/>
            <a:t>• Output: Binary classification (Awake / Drowsy).</a:t>
          </a:r>
          <a:endParaRPr lang="en-US" sz="3000" kern="1200"/>
        </a:p>
      </dsp:txBody>
      <dsp:txXfrm>
        <a:off x="58257" y="2828416"/>
        <a:ext cx="4883610" cy="1076886"/>
      </dsp:txXfrm>
    </dsp:sp>
    <dsp:sp modelId="{71BB33E9-3D06-4CD3-B998-295220A52140}">
      <dsp:nvSpPr>
        <dsp:cNvPr id="0" name=""/>
        <dsp:cNvSpPr/>
      </dsp:nvSpPr>
      <dsp:spPr>
        <a:xfrm>
          <a:off x="0" y="4049960"/>
          <a:ext cx="5000124" cy="1193400"/>
        </a:xfrm>
        <a:prstGeom prst="roundRect">
          <a:avLst/>
        </a:prstGeom>
        <a:gradFill rotWithShape="0">
          <a:gsLst>
            <a:gs pos="0">
              <a:schemeClr val="accent5">
                <a:hueOff val="-9933876"/>
                <a:satOff val="39811"/>
                <a:lumOff val="8628"/>
                <a:alphaOff val="0"/>
                <a:tint val="100000"/>
                <a:shade val="100000"/>
              </a:schemeClr>
            </a:gs>
            <a:gs pos="100000">
              <a:schemeClr val="accent5">
                <a:hueOff val="-9933876"/>
                <a:satOff val="39811"/>
                <a:lumOff val="8628"/>
                <a:alphaOff val="0"/>
                <a:tint val="50000"/>
                <a:shade val="100000"/>
              </a:schemeClr>
            </a:gs>
          </a:gsLst>
          <a:lin ang="16200000" scaled="0"/>
          <a:tileRect/>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n-US" sz="3000" b="0" kern="1200"/>
            <a:t>• Accuracy: Train 98%, Validation 84.5%.</a:t>
          </a:r>
          <a:endParaRPr lang="en-US" sz="3000" kern="1200"/>
        </a:p>
      </dsp:txBody>
      <dsp:txXfrm>
        <a:off x="58257" y="4108217"/>
        <a:ext cx="4883610" cy="1076886"/>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8E63CD5-6EAB-4515-B005-999129B8DE40}">
      <dsp:nvSpPr>
        <dsp:cNvPr id="0" name=""/>
        <dsp:cNvSpPr/>
      </dsp:nvSpPr>
      <dsp:spPr>
        <a:xfrm>
          <a:off x="0" y="42799"/>
          <a:ext cx="5000124" cy="1272960"/>
        </a:xfrm>
        <a:prstGeom prst="roundRect">
          <a:avLst/>
        </a:prstGeom>
        <a:gradFill rotWithShape="0">
          <a:gsLst>
            <a:gs pos="0">
              <a:schemeClr val="accent5">
                <a:hueOff val="0"/>
                <a:satOff val="0"/>
                <a:lumOff val="0"/>
                <a:alphaOff val="0"/>
                <a:tint val="100000"/>
                <a:shade val="100000"/>
              </a:schemeClr>
            </a:gs>
            <a:gs pos="100000">
              <a:schemeClr val="accent5">
                <a:hueOff val="0"/>
                <a:satOff val="0"/>
                <a:lumOff val="0"/>
                <a:alphaOff val="0"/>
                <a:tint val="50000"/>
                <a:shade val="100000"/>
              </a:schemeClr>
            </a:gs>
          </a:gsLst>
          <a:lin ang="16200000" scaled="0"/>
          <a:tileRect/>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b="0" kern="1200"/>
            <a:t>• Webcam feed read using OpenCV.</a:t>
          </a:r>
          <a:endParaRPr lang="en-US" sz="3200" kern="1200"/>
        </a:p>
      </dsp:txBody>
      <dsp:txXfrm>
        <a:off x="62141" y="104940"/>
        <a:ext cx="4875842" cy="1148678"/>
      </dsp:txXfrm>
    </dsp:sp>
    <dsp:sp modelId="{9AD5E9FA-F7C0-4322-882A-2DEB305A83C5}">
      <dsp:nvSpPr>
        <dsp:cNvPr id="0" name=""/>
        <dsp:cNvSpPr/>
      </dsp:nvSpPr>
      <dsp:spPr>
        <a:xfrm>
          <a:off x="0" y="1407919"/>
          <a:ext cx="5000124" cy="1272960"/>
        </a:xfrm>
        <a:prstGeom prst="roundRect">
          <a:avLst/>
        </a:prstGeom>
        <a:gradFill rotWithShape="0">
          <a:gsLst>
            <a:gs pos="0">
              <a:schemeClr val="accent5">
                <a:hueOff val="-3311292"/>
                <a:satOff val="13270"/>
                <a:lumOff val="2876"/>
                <a:alphaOff val="0"/>
                <a:tint val="100000"/>
                <a:shade val="100000"/>
              </a:schemeClr>
            </a:gs>
            <a:gs pos="100000">
              <a:schemeClr val="accent5">
                <a:hueOff val="-3311292"/>
                <a:satOff val="13270"/>
                <a:lumOff val="2876"/>
                <a:alphaOff val="0"/>
                <a:tint val="50000"/>
                <a:shade val="100000"/>
              </a:schemeClr>
            </a:gs>
          </a:gsLst>
          <a:lin ang="16200000" scaled="0"/>
          <a:tileRect/>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b="0" kern="1200"/>
            <a:t>• Face and eye detection using Haar cascades.</a:t>
          </a:r>
          <a:endParaRPr lang="en-US" sz="3200" kern="1200"/>
        </a:p>
      </dsp:txBody>
      <dsp:txXfrm>
        <a:off x="62141" y="1470060"/>
        <a:ext cx="4875842" cy="1148678"/>
      </dsp:txXfrm>
    </dsp:sp>
    <dsp:sp modelId="{C16F831A-B00B-4241-9ACD-D7F7E816C495}">
      <dsp:nvSpPr>
        <dsp:cNvPr id="0" name=""/>
        <dsp:cNvSpPr/>
      </dsp:nvSpPr>
      <dsp:spPr>
        <a:xfrm>
          <a:off x="0" y="2773040"/>
          <a:ext cx="5000124" cy="1272960"/>
        </a:xfrm>
        <a:prstGeom prst="roundRect">
          <a:avLst/>
        </a:prstGeom>
        <a:gradFill rotWithShape="0">
          <a:gsLst>
            <a:gs pos="0">
              <a:schemeClr val="accent5">
                <a:hueOff val="-6622584"/>
                <a:satOff val="26541"/>
                <a:lumOff val="5752"/>
                <a:alphaOff val="0"/>
                <a:tint val="100000"/>
                <a:shade val="100000"/>
              </a:schemeClr>
            </a:gs>
            <a:gs pos="100000">
              <a:schemeClr val="accent5">
                <a:hueOff val="-6622584"/>
                <a:satOff val="26541"/>
                <a:lumOff val="5752"/>
                <a:alphaOff val="0"/>
                <a:tint val="50000"/>
                <a:shade val="100000"/>
              </a:schemeClr>
            </a:gs>
          </a:gsLst>
          <a:lin ang="16200000" scaled="0"/>
          <a:tileRect/>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b="0" kern="1200"/>
            <a:t>• Real-time prediction using trained model.</a:t>
          </a:r>
          <a:endParaRPr lang="en-US" sz="3200" kern="1200"/>
        </a:p>
      </dsp:txBody>
      <dsp:txXfrm>
        <a:off x="62141" y="2835181"/>
        <a:ext cx="4875842" cy="1148678"/>
      </dsp:txXfrm>
    </dsp:sp>
    <dsp:sp modelId="{3E87B4B5-EBEE-4859-BC19-BC36552C36D2}">
      <dsp:nvSpPr>
        <dsp:cNvPr id="0" name=""/>
        <dsp:cNvSpPr/>
      </dsp:nvSpPr>
      <dsp:spPr>
        <a:xfrm>
          <a:off x="0" y="4138160"/>
          <a:ext cx="5000124" cy="1272960"/>
        </a:xfrm>
        <a:prstGeom prst="roundRect">
          <a:avLst/>
        </a:prstGeom>
        <a:gradFill rotWithShape="0">
          <a:gsLst>
            <a:gs pos="0">
              <a:schemeClr val="accent5">
                <a:hueOff val="-9933876"/>
                <a:satOff val="39811"/>
                <a:lumOff val="8628"/>
                <a:alphaOff val="0"/>
                <a:tint val="100000"/>
                <a:shade val="100000"/>
              </a:schemeClr>
            </a:gs>
            <a:gs pos="100000">
              <a:schemeClr val="accent5">
                <a:hueOff val="-9933876"/>
                <a:satOff val="39811"/>
                <a:lumOff val="8628"/>
                <a:alphaOff val="0"/>
                <a:tint val="50000"/>
                <a:shade val="100000"/>
              </a:schemeClr>
            </a:gs>
          </a:gsLst>
          <a:lin ang="16200000" scaled="0"/>
          <a:tileRect/>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b="0" kern="1200"/>
            <a:t>• UI built with Streamlit and live frame display.</a:t>
          </a:r>
          <a:endParaRPr lang="en-US" sz="3200" kern="1200"/>
        </a:p>
      </dsp:txBody>
      <dsp:txXfrm>
        <a:off x="62141" y="4200301"/>
        <a:ext cx="4875842" cy="1148678"/>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812C7F2-83FE-403F-9B42-584BA5B72E9C}">
      <dsp:nvSpPr>
        <dsp:cNvPr id="0" name=""/>
        <dsp:cNvSpPr/>
      </dsp:nvSpPr>
      <dsp:spPr>
        <a:xfrm>
          <a:off x="0" y="2288"/>
          <a:ext cx="4773168" cy="115984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E17C88B-9670-48AE-8AC9-8E285FF83F6E}">
      <dsp:nvSpPr>
        <dsp:cNvPr id="0" name=""/>
        <dsp:cNvSpPr/>
      </dsp:nvSpPr>
      <dsp:spPr>
        <a:xfrm>
          <a:off x="350852" y="263253"/>
          <a:ext cx="637913" cy="63791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9667D56-79A6-4E75-BA13-74C722624909}">
      <dsp:nvSpPr>
        <dsp:cNvPr id="0" name=""/>
        <dsp:cNvSpPr/>
      </dsp:nvSpPr>
      <dsp:spPr>
        <a:xfrm>
          <a:off x="1339618" y="2288"/>
          <a:ext cx="3433549" cy="1159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750" tIns="122750" rIns="122750" bIns="122750" numCol="1" spcCol="1270" anchor="ctr" anchorCtr="0">
          <a:noAutofit/>
        </a:bodyPr>
        <a:lstStyle/>
        <a:p>
          <a:pPr marL="0" lvl="0" indent="0" algn="l" defTabSz="933450">
            <a:lnSpc>
              <a:spcPct val="90000"/>
            </a:lnSpc>
            <a:spcBef>
              <a:spcPct val="0"/>
            </a:spcBef>
            <a:spcAft>
              <a:spcPct val="35000"/>
            </a:spcAft>
            <a:buNone/>
          </a:pPr>
          <a:r>
            <a:rPr lang="en-US" sz="2100" b="0" kern="1200"/>
            <a:t>• Added alarm using 'playsound' for Drowsy detection.</a:t>
          </a:r>
          <a:endParaRPr lang="en-US" sz="2100" kern="1200"/>
        </a:p>
      </dsp:txBody>
      <dsp:txXfrm>
        <a:off x="1339618" y="2288"/>
        <a:ext cx="3433549" cy="1159843"/>
      </dsp:txXfrm>
    </dsp:sp>
    <dsp:sp modelId="{7E635C7C-42A5-4BC4-B797-6070DB23E487}">
      <dsp:nvSpPr>
        <dsp:cNvPr id="0" name=""/>
        <dsp:cNvSpPr/>
      </dsp:nvSpPr>
      <dsp:spPr>
        <a:xfrm>
          <a:off x="0" y="1452092"/>
          <a:ext cx="4773168" cy="115984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B5883A7-59C3-4DC2-A0C7-9D616B0E355A}">
      <dsp:nvSpPr>
        <dsp:cNvPr id="0" name=""/>
        <dsp:cNvSpPr/>
      </dsp:nvSpPr>
      <dsp:spPr>
        <a:xfrm>
          <a:off x="350852" y="1713057"/>
          <a:ext cx="637913" cy="63791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79272553-93CB-4364-8D92-178021ED20F8}">
      <dsp:nvSpPr>
        <dsp:cNvPr id="0" name=""/>
        <dsp:cNvSpPr/>
      </dsp:nvSpPr>
      <dsp:spPr>
        <a:xfrm>
          <a:off x="1339618" y="1452092"/>
          <a:ext cx="3433549" cy="1159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750" tIns="122750" rIns="122750" bIns="122750" numCol="1" spcCol="1270" anchor="ctr" anchorCtr="0">
          <a:noAutofit/>
        </a:bodyPr>
        <a:lstStyle/>
        <a:p>
          <a:pPr marL="0" lvl="0" indent="0" algn="l" defTabSz="933450">
            <a:lnSpc>
              <a:spcPct val="90000"/>
            </a:lnSpc>
            <a:spcBef>
              <a:spcPct val="0"/>
            </a:spcBef>
            <a:spcAft>
              <a:spcPct val="35000"/>
            </a:spcAft>
            <a:buNone/>
          </a:pPr>
          <a:r>
            <a:rPr lang="en-US" sz="2100" b="0" kern="1200"/>
            <a:t>• ROI extraction using Haar face detector.</a:t>
          </a:r>
          <a:endParaRPr lang="en-US" sz="2100" kern="1200"/>
        </a:p>
      </dsp:txBody>
      <dsp:txXfrm>
        <a:off x="1339618" y="1452092"/>
        <a:ext cx="3433549" cy="1159843"/>
      </dsp:txXfrm>
    </dsp:sp>
    <dsp:sp modelId="{58F3DEAB-D4F3-405C-9658-E76EF0DB5FA0}">
      <dsp:nvSpPr>
        <dsp:cNvPr id="0" name=""/>
        <dsp:cNvSpPr/>
      </dsp:nvSpPr>
      <dsp:spPr>
        <a:xfrm>
          <a:off x="0" y="2901896"/>
          <a:ext cx="4773168" cy="115984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74D1745-299F-4CC6-A26A-8E8E08C5F055}">
      <dsp:nvSpPr>
        <dsp:cNvPr id="0" name=""/>
        <dsp:cNvSpPr/>
      </dsp:nvSpPr>
      <dsp:spPr>
        <a:xfrm>
          <a:off x="350852" y="3162861"/>
          <a:ext cx="637913" cy="637913"/>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A0D0E6FB-2515-45C0-98ED-89686E55C654}">
      <dsp:nvSpPr>
        <dsp:cNvPr id="0" name=""/>
        <dsp:cNvSpPr/>
      </dsp:nvSpPr>
      <dsp:spPr>
        <a:xfrm>
          <a:off x="1339618" y="2901896"/>
          <a:ext cx="3433549" cy="1159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750" tIns="122750" rIns="122750" bIns="122750" numCol="1" spcCol="1270" anchor="ctr" anchorCtr="0">
          <a:noAutofit/>
        </a:bodyPr>
        <a:lstStyle/>
        <a:p>
          <a:pPr marL="0" lvl="0" indent="0" algn="l" defTabSz="933450">
            <a:lnSpc>
              <a:spcPct val="90000"/>
            </a:lnSpc>
            <a:spcBef>
              <a:spcPct val="0"/>
            </a:spcBef>
            <a:spcAft>
              <a:spcPct val="35000"/>
            </a:spcAft>
            <a:buNone/>
          </a:pPr>
          <a:r>
            <a:rPr lang="en-US" sz="2100" b="0" kern="1200"/>
            <a:t>• If no eyes detected, assumes drowsiness.</a:t>
          </a:r>
          <a:endParaRPr lang="en-US" sz="2100" kern="1200"/>
        </a:p>
      </dsp:txBody>
      <dsp:txXfrm>
        <a:off x="1339618" y="2901896"/>
        <a:ext cx="3433549" cy="1159843"/>
      </dsp:txXfrm>
    </dsp:sp>
    <dsp:sp modelId="{64A12AC0-7DE4-4770-82AB-4BDF7396E54A}">
      <dsp:nvSpPr>
        <dsp:cNvPr id="0" name=""/>
        <dsp:cNvSpPr/>
      </dsp:nvSpPr>
      <dsp:spPr>
        <a:xfrm>
          <a:off x="0" y="4351700"/>
          <a:ext cx="4773168" cy="115984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CCA6237-3529-4E3A-AF0D-324F96A4F31F}">
      <dsp:nvSpPr>
        <dsp:cNvPr id="0" name=""/>
        <dsp:cNvSpPr/>
      </dsp:nvSpPr>
      <dsp:spPr>
        <a:xfrm>
          <a:off x="350852" y="4612665"/>
          <a:ext cx="637913" cy="637913"/>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E7E5A66-E6DE-4D04-9818-0E3C64652310}">
      <dsp:nvSpPr>
        <dsp:cNvPr id="0" name=""/>
        <dsp:cNvSpPr/>
      </dsp:nvSpPr>
      <dsp:spPr>
        <a:xfrm>
          <a:off x="1339618" y="4351700"/>
          <a:ext cx="3433549" cy="1159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750" tIns="122750" rIns="122750" bIns="122750" numCol="1" spcCol="1270" anchor="ctr" anchorCtr="0">
          <a:noAutofit/>
        </a:bodyPr>
        <a:lstStyle/>
        <a:p>
          <a:pPr marL="0" lvl="0" indent="0" algn="l" defTabSz="933450">
            <a:lnSpc>
              <a:spcPct val="90000"/>
            </a:lnSpc>
            <a:spcBef>
              <a:spcPct val="0"/>
            </a:spcBef>
            <a:spcAft>
              <a:spcPct val="35000"/>
            </a:spcAft>
            <a:buNone/>
          </a:pPr>
          <a:r>
            <a:rPr lang="en-US" sz="2100" b="0" kern="1200"/>
            <a:t>• Eyes open detection overrides false drowsy prediction.</a:t>
          </a:r>
          <a:endParaRPr lang="en-US" sz="2100" kern="1200"/>
        </a:p>
      </dsp:txBody>
      <dsp:txXfrm>
        <a:off x="1339618" y="4351700"/>
        <a:ext cx="3433549" cy="1159843"/>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93EB938-03DD-42EA-B9D2-28FAE7065011}">
      <dsp:nvSpPr>
        <dsp:cNvPr id="0" name=""/>
        <dsp:cNvSpPr/>
      </dsp:nvSpPr>
      <dsp:spPr>
        <a:xfrm>
          <a:off x="0" y="2319"/>
          <a:ext cx="4683949" cy="117572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EF6238D-298C-4880-8CE5-39A5D8409A42}">
      <dsp:nvSpPr>
        <dsp:cNvPr id="0" name=""/>
        <dsp:cNvSpPr/>
      </dsp:nvSpPr>
      <dsp:spPr>
        <a:xfrm>
          <a:off x="355657" y="266858"/>
          <a:ext cx="646650" cy="64665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5D8D665-4203-4AE8-9E2D-8D9A357039DB}">
      <dsp:nvSpPr>
        <dsp:cNvPr id="0" name=""/>
        <dsp:cNvSpPr/>
      </dsp:nvSpPr>
      <dsp:spPr>
        <a:xfrm>
          <a:off x="1357965" y="2319"/>
          <a:ext cx="3325983" cy="11757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4431" tIns="124431" rIns="124431" bIns="124431" numCol="1" spcCol="1270" anchor="ctr" anchorCtr="0">
          <a:noAutofit/>
        </a:bodyPr>
        <a:lstStyle/>
        <a:p>
          <a:pPr marL="0" lvl="0" indent="0" algn="l" defTabSz="977900">
            <a:lnSpc>
              <a:spcPct val="90000"/>
            </a:lnSpc>
            <a:spcBef>
              <a:spcPct val="0"/>
            </a:spcBef>
            <a:spcAft>
              <a:spcPct val="35000"/>
            </a:spcAft>
            <a:buNone/>
          </a:pPr>
          <a:r>
            <a:rPr lang="en-US" sz="2200" b="0" kern="1200"/>
            <a:t>• Real-time detection achieved with good accuracy.</a:t>
          </a:r>
          <a:endParaRPr lang="en-US" sz="2200" kern="1200"/>
        </a:p>
      </dsp:txBody>
      <dsp:txXfrm>
        <a:off x="1357965" y="2319"/>
        <a:ext cx="3325983" cy="1175727"/>
      </dsp:txXfrm>
    </dsp:sp>
    <dsp:sp modelId="{C3960047-1D15-4FEF-BB8F-807A60688207}">
      <dsp:nvSpPr>
        <dsp:cNvPr id="0" name=""/>
        <dsp:cNvSpPr/>
      </dsp:nvSpPr>
      <dsp:spPr>
        <a:xfrm>
          <a:off x="0" y="1471979"/>
          <a:ext cx="4683949" cy="117572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9857A54-56EA-4D66-A373-1DA63951AC91}">
      <dsp:nvSpPr>
        <dsp:cNvPr id="0" name=""/>
        <dsp:cNvSpPr/>
      </dsp:nvSpPr>
      <dsp:spPr>
        <a:xfrm>
          <a:off x="355657" y="1736518"/>
          <a:ext cx="646650" cy="64665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D33DB765-4BD4-4F5A-BE50-5296931C6396}">
      <dsp:nvSpPr>
        <dsp:cNvPr id="0" name=""/>
        <dsp:cNvSpPr/>
      </dsp:nvSpPr>
      <dsp:spPr>
        <a:xfrm>
          <a:off x="1357965" y="1471979"/>
          <a:ext cx="3325983" cy="11757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4431" tIns="124431" rIns="124431" bIns="124431" numCol="1" spcCol="1270" anchor="ctr" anchorCtr="0">
          <a:noAutofit/>
        </a:bodyPr>
        <a:lstStyle/>
        <a:p>
          <a:pPr marL="0" lvl="0" indent="0" algn="l" defTabSz="977900">
            <a:lnSpc>
              <a:spcPct val="90000"/>
            </a:lnSpc>
            <a:spcBef>
              <a:spcPct val="0"/>
            </a:spcBef>
            <a:spcAft>
              <a:spcPct val="35000"/>
            </a:spcAft>
            <a:buNone/>
          </a:pPr>
          <a:r>
            <a:rPr lang="en-US" sz="2200" b="0" kern="1200"/>
            <a:t>• Stable predictions using eye-based override.</a:t>
          </a:r>
          <a:endParaRPr lang="en-US" sz="2200" kern="1200"/>
        </a:p>
      </dsp:txBody>
      <dsp:txXfrm>
        <a:off x="1357965" y="1471979"/>
        <a:ext cx="3325983" cy="1175727"/>
      </dsp:txXfrm>
    </dsp:sp>
    <dsp:sp modelId="{2E4BE265-2729-4372-9A48-96489B071DDC}">
      <dsp:nvSpPr>
        <dsp:cNvPr id="0" name=""/>
        <dsp:cNvSpPr/>
      </dsp:nvSpPr>
      <dsp:spPr>
        <a:xfrm>
          <a:off x="0" y="2941639"/>
          <a:ext cx="4683949" cy="117572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D70896B-F297-482F-86E5-D3213ABA7C9E}">
      <dsp:nvSpPr>
        <dsp:cNvPr id="0" name=""/>
        <dsp:cNvSpPr/>
      </dsp:nvSpPr>
      <dsp:spPr>
        <a:xfrm>
          <a:off x="355657" y="3206178"/>
          <a:ext cx="646650" cy="64665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6989E453-D1C7-42C3-B370-8D98F09EDF84}">
      <dsp:nvSpPr>
        <dsp:cNvPr id="0" name=""/>
        <dsp:cNvSpPr/>
      </dsp:nvSpPr>
      <dsp:spPr>
        <a:xfrm>
          <a:off x="1357965" y="2941639"/>
          <a:ext cx="3325983" cy="11757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4431" tIns="124431" rIns="124431" bIns="124431" numCol="1" spcCol="1270" anchor="ctr" anchorCtr="0">
          <a:noAutofit/>
        </a:bodyPr>
        <a:lstStyle/>
        <a:p>
          <a:pPr marL="0" lvl="0" indent="0" algn="l" defTabSz="977900">
            <a:lnSpc>
              <a:spcPct val="90000"/>
            </a:lnSpc>
            <a:spcBef>
              <a:spcPct val="0"/>
            </a:spcBef>
            <a:spcAft>
              <a:spcPct val="35000"/>
            </a:spcAft>
            <a:buNone/>
          </a:pPr>
          <a:r>
            <a:rPr lang="en-US" sz="2200" b="0" kern="1200"/>
            <a:t>• Alarm alerts user when drowsiness detected.</a:t>
          </a:r>
          <a:endParaRPr lang="en-US" sz="2200" kern="1200"/>
        </a:p>
      </dsp:txBody>
      <dsp:txXfrm>
        <a:off x="1357965" y="2941639"/>
        <a:ext cx="3325983" cy="1175727"/>
      </dsp:txXfrm>
    </dsp:sp>
    <dsp:sp modelId="{DD921AFA-BAA0-414A-8D3A-0CB70BEED480}">
      <dsp:nvSpPr>
        <dsp:cNvPr id="0" name=""/>
        <dsp:cNvSpPr/>
      </dsp:nvSpPr>
      <dsp:spPr>
        <a:xfrm>
          <a:off x="0" y="4411299"/>
          <a:ext cx="4683949" cy="117572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E1FECBA-9D2E-49FA-A9B1-75F5D6671DFA}">
      <dsp:nvSpPr>
        <dsp:cNvPr id="0" name=""/>
        <dsp:cNvSpPr/>
      </dsp:nvSpPr>
      <dsp:spPr>
        <a:xfrm>
          <a:off x="355657" y="4675838"/>
          <a:ext cx="646650" cy="64665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2D763E89-1C99-441D-BF63-ADE7EEFDF7A2}">
      <dsp:nvSpPr>
        <dsp:cNvPr id="0" name=""/>
        <dsp:cNvSpPr/>
      </dsp:nvSpPr>
      <dsp:spPr>
        <a:xfrm>
          <a:off x="1357965" y="4411299"/>
          <a:ext cx="3325983" cy="11757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4431" tIns="124431" rIns="124431" bIns="124431" numCol="1" spcCol="1270" anchor="ctr" anchorCtr="0">
          <a:noAutofit/>
        </a:bodyPr>
        <a:lstStyle/>
        <a:p>
          <a:pPr marL="0" lvl="0" indent="0" algn="l" defTabSz="977900">
            <a:lnSpc>
              <a:spcPct val="90000"/>
            </a:lnSpc>
            <a:spcBef>
              <a:spcPct val="0"/>
            </a:spcBef>
            <a:spcAft>
              <a:spcPct val="35000"/>
            </a:spcAft>
            <a:buNone/>
          </a:pPr>
          <a:r>
            <a:rPr lang="en-US" sz="2200" b="0" kern="1200"/>
            <a:t>• Lightweight model runs efficiently on CPU.</a:t>
          </a:r>
          <a:endParaRPr lang="en-US" sz="2200" kern="1200"/>
        </a:p>
      </dsp:txBody>
      <dsp:txXfrm>
        <a:off x="1357965" y="4411299"/>
        <a:ext cx="3325983" cy="1175727"/>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6.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5" name="PlaceHolder 1"/>
          <p:cNvSpPr>
            <a:spLocks noGrp="1"/>
          </p:cNvSpPr>
          <p:nvPr>
            <p:ph type="title"/>
          </p:nvPr>
        </p:nvSpPr>
        <p:spPr>
          <a:xfrm>
            <a:off x="457200" y="274680"/>
            <a:ext cx="8229240" cy="1142640"/>
          </a:xfrm>
          <a:prstGeom prst="rect">
            <a:avLst/>
          </a:prstGeom>
          <a:noFill/>
          <a:ln w="0">
            <a:noFill/>
          </a:ln>
        </p:spPr>
        <p:txBody>
          <a:bodyPr lIns="0" tIns="0" rIns="0" bIns="0" anchor="ctr">
            <a:noAutofit/>
          </a:bodyPr>
          <a:lstStyle/>
          <a:p>
            <a:pPr indent="0">
              <a:buNone/>
            </a:pPr>
            <a:endParaRPr lang="en-US" sz="1800" b="0" u="none" strike="noStrike">
              <a:solidFill>
                <a:schemeClr val="dk1"/>
              </a:solidFill>
              <a:uFillTx/>
              <a:latin typeface="Calibri"/>
            </a:endParaRPr>
          </a:p>
        </p:txBody>
      </p:sp>
      <p:sp>
        <p:nvSpPr>
          <p:cNvPr id="6" name="PlaceHolder 2"/>
          <p:cNvSpPr>
            <a:spLocks noGrp="1"/>
          </p:cNvSpPr>
          <p:nvPr>
            <p:ph/>
          </p:nvPr>
        </p:nvSpPr>
        <p:spPr>
          <a:xfrm>
            <a:off x="457200" y="1600200"/>
            <a:ext cx="8229240" cy="4525560"/>
          </a:xfrm>
          <a:prstGeom prst="rect">
            <a:avLst/>
          </a:prstGeom>
          <a:noFill/>
          <a:ln w="0">
            <a:noFill/>
          </a:ln>
        </p:spPr>
        <p:txBody>
          <a:bodyPr lIns="0" tIns="0" rIns="0" bIns="0" anchor="t">
            <a:normAutofit/>
          </a:bodyPr>
          <a:lstStyle/>
          <a:p>
            <a:pPr indent="0">
              <a:spcBef>
                <a:spcPts val="1417"/>
              </a:spcBef>
              <a:buNone/>
            </a:pPr>
            <a:endParaRPr lang="en-US" sz="3200" b="0" u="none" strike="noStrike">
              <a:solidFill>
                <a:schemeClr val="dk1"/>
              </a:solidFill>
              <a:uFillTx/>
              <a:latin typeface="Calibri"/>
            </a:endParaRPr>
          </a:p>
        </p:txBody>
      </p:sp>
      <p:sp>
        <p:nvSpPr>
          <p:cNvPr id="4" name="PlaceHolder 3"/>
          <p:cNvSpPr>
            <a:spLocks noGrp="1"/>
          </p:cNvSpPr>
          <p:nvPr>
            <p:ph type="ftr" idx="2"/>
          </p:nvPr>
        </p:nvSpPr>
        <p:spPr/>
        <p:txBody>
          <a:bodyPr/>
          <a:lstStyle/>
          <a:p>
            <a:r>
              <a:t>Footer</a:t>
            </a:r>
          </a:p>
        </p:txBody>
      </p:sp>
      <p:sp>
        <p:nvSpPr>
          <p:cNvPr id="2" name="PlaceHolder 4"/>
          <p:cNvSpPr>
            <a:spLocks noGrp="1"/>
          </p:cNvSpPr>
          <p:nvPr>
            <p:ph type="sldNum" idx="3"/>
          </p:nvPr>
        </p:nvSpPr>
        <p:spPr/>
        <p:txBody>
          <a:bodyPr/>
          <a:lstStyle/>
          <a:p>
            <a:fld id="{2B4C92E2-0AD8-485B-B172-5D0A6E0BA69F}" type="slidenum">
              <a:t>‹#›</a:t>
            </a:fld>
            <a:endParaRPr/>
          </a:p>
        </p:txBody>
      </p:sp>
      <p:sp>
        <p:nvSpPr>
          <p:cNvPr id="3" name="PlaceHolder 5"/>
          <p:cNvSpPr>
            <a:spLocks noGrp="1"/>
          </p:cNvSpPr>
          <p:nvPr>
            <p:ph type="dt" idx="1"/>
          </p:nvPr>
        </p:nvSpPr>
        <p:spPr/>
        <p:txBody>
          <a:body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PlaceHolder 1"/>
          <p:cNvSpPr>
            <a:spLocks noGrp="1"/>
          </p:cNvSpPr>
          <p:nvPr>
            <p:ph type="title"/>
          </p:nvPr>
        </p:nvSpPr>
        <p:spPr>
          <a:xfrm>
            <a:off x="457200" y="274680"/>
            <a:ext cx="8229240" cy="1142640"/>
          </a:xfrm>
          <a:prstGeom prst="rect">
            <a:avLst/>
          </a:prstGeom>
          <a:noFill/>
          <a:ln w="0">
            <a:noFill/>
          </a:ln>
        </p:spPr>
        <p:txBody>
          <a:bodyPr lIns="0" tIns="0" rIns="0" bIns="0" anchor="ctr">
            <a:noAutofit/>
          </a:bodyPr>
          <a:lstStyle/>
          <a:p>
            <a:pPr indent="0">
              <a:buNone/>
            </a:pPr>
            <a:endParaRPr lang="en-US" sz="1800" b="0" u="none" strike="noStrike">
              <a:solidFill>
                <a:schemeClr val="dk1"/>
              </a:solidFill>
              <a:uFillTx/>
              <a:latin typeface="Calibri"/>
            </a:endParaRPr>
          </a:p>
        </p:txBody>
      </p:sp>
      <p:sp>
        <p:nvSpPr>
          <p:cNvPr id="8" name="PlaceHolder 2"/>
          <p:cNvSpPr>
            <a:spLocks noGrp="1"/>
          </p:cNvSpPr>
          <p:nvPr>
            <p:ph type="subTitle"/>
          </p:nvPr>
        </p:nvSpPr>
        <p:spPr>
          <a:xfrm>
            <a:off x="457200" y="1600200"/>
            <a:ext cx="8229240" cy="4525560"/>
          </a:xfrm>
          <a:prstGeom prst="rect">
            <a:avLst/>
          </a:prstGeom>
          <a:noFill/>
          <a:ln w="0">
            <a:noFill/>
          </a:ln>
        </p:spPr>
        <p:txBody>
          <a:bodyPr lIns="0" tIns="0" rIns="0" bIns="0" anchor="ctr">
            <a:noAutofit/>
          </a:bodyPr>
          <a:lstStyle/>
          <a:p>
            <a:pPr indent="0" algn="ctr">
              <a:buNone/>
            </a:pPr>
            <a:endParaRPr lang="en-IN" sz="3200" b="0" u="none" strike="noStrike">
              <a:solidFill>
                <a:srgbClr val="000000"/>
              </a:solidFill>
              <a:uFillTx/>
              <a:latin typeface="Arial"/>
            </a:endParaRPr>
          </a:p>
        </p:txBody>
      </p:sp>
      <p:sp>
        <p:nvSpPr>
          <p:cNvPr id="4" name="PlaceHolder 3"/>
          <p:cNvSpPr>
            <a:spLocks noGrp="1"/>
          </p:cNvSpPr>
          <p:nvPr>
            <p:ph type="ftr" idx="2"/>
          </p:nvPr>
        </p:nvSpPr>
        <p:spPr/>
        <p:txBody>
          <a:bodyPr/>
          <a:lstStyle/>
          <a:p>
            <a:r>
              <a:t>Footer</a:t>
            </a:r>
          </a:p>
        </p:txBody>
      </p:sp>
      <p:sp>
        <p:nvSpPr>
          <p:cNvPr id="5" name="PlaceHolder 4"/>
          <p:cNvSpPr>
            <a:spLocks noGrp="1"/>
          </p:cNvSpPr>
          <p:nvPr>
            <p:ph type="sldNum" idx="3"/>
          </p:nvPr>
        </p:nvSpPr>
        <p:spPr/>
        <p:txBody>
          <a:bodyPr/>
          <a:lstStyle/>
          <a:p>
            <a:fld id="{177A6040-A64F-466A-9570-8A39D7E8898F}" type="slidenum">
              <a:t>‹#›</a:t>
            </a:fld>
            <a:endParaRPr/>
          </a:p>
        </p:txBody>
      </p:sp>
      <p:sp>
        <p:nvSpPr>
          <p:cNvPr id="6" name="PlaceHolder 5"/>
          <p:cNvSpPr>
            <a:spLocks noGrp="1"/>
          </p:cNvSpPr>
          <p:nvPr>
            <p:ph type="dt" idx="1"/>
          </p:nvPr>
        </p:nvSpPr>
        <p:spPr/>
        <p:txBody>
          <a:body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PlaceHolder 1"/>
          <p:cNvSpPr>
            <a:spLocks noGrp="1"/>
          </p:cNvSpPr>
          <p:nvPr>
            <p:ph type="ftr" idx="5"/>
          </p:nvPr>
        </p:nvSpPr>
        <p:spPr/>
        <p:txBody>
          <a:bodyPr/>
          <a:lstStyle/>
          <a:p>
            <a:r>
              <a:t>Footer</a:t>
            </a:r>
          </a:p>
        </p:txBody>
      </p:sp>
      <p:sp>
        <p:nvSpPr>
          <p:cNvPr id="3" name="PlaceHolder 2"/>
          <p:cNvSpPr>
            <a:spLocks noGrp="1"/>
          </p:cNvSpPr>
          <p:nvPr>
            <p:ph type="sldNum" idx="6"/>
          </p:nvPr>
        </p:nvSpPr>
        <p:spPr/>
        <p:txBody>
          <a:bodyPr/>
          <a:lstStyle/>
          <a:p>
            <a:fld id="{53A78C43-5B04-4E65-8514-3B1457ABC4A7}" type="slidenum">
              <a:t>‹#›</a:t>
            </a:fld>
            <a:endParaRPr/>
          </a:p>
        </p:txBody>
      </p:sp>
      <p:sp>
        <p:nvSpPr>
          <p:cNvPr id="4" name="PlaceHolder 3"/>
          <p:cNvSpPr>
            <a:spLocks noGrp="1"/>
          </p:cNvSpPr>
          <p:nvPr>
            <p:ph type="dt" idx="4"/>
          </p:nvPr>
        </p:nvSpPr>
        <p:spPr/>
        <p:txBody>
          <a:body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PlaceHolder 1"/>
          <p:cNvSpPr>
            <a:spLocks noGrp="1"/>
          </p:cNvSpPr>
          <p:nvPr>
            <p:ph type="ftr" idx="8"/>
          </p:nvPr>
        </p:nvSpPr>
        <p:spPr/>
        <p:txBody>
          <a:bodyPr/>
          <a:lstStyle/>
          <a:p>
            <a:r>
              <a:t>Footer</a:t>
            </a:r>
          </a:p>
        </p:txBody>
      </p:sp>
      <p:sp>
        <p:nvSpPr>
          <p:cNvPr id="3" name="PlaceHolder 2"/>
          <p:cNvSpPr>
            <a:spLocks noGrp="1"/>
          </p:cNvSpPr>
          <p:nvPr>
            <p:ph type="sldNum" idx="9"/>
          </p:nvPr>
        </p:nvSpPr>
        <p:spPr/>
        <p:txBody>
          <a:bodyPr/>
          <a:lstStyle/>
          <a:p>
            <a:fld id="{3486492B-8AF3-4F5C-84C0-4CA6BF81A882}" type="slidenum">
              <a:t>‹#›</a:t>
            </a:fld>
            <a:endParaRPr/>
          </a:p>
        </p:txBody>
      </p:sp>
      <p:sp>
        <p:nvSpPr>
          <p:cNvPr id="4" name="PlaceHolder 3"/>
          <p:cNvSpPr>
            <a:spLocks noGrp="1"/>
          </p:cNvSpPr>
          <p:nvPr>
            <p:ph type="dt" idx="7"/>
          </p:nvPr>
        </p:nvSpPr>
        <p:spPr/>
        <p:txBody>
          <a:body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and Content">
    <p:spTree>
      <p:nvGrpSpPr>
        <p:cNvPr id="1" name=""/>
        <p:cNvGrpSpPr/>
        <p:nvPr/>
      </p:nvGrpSpPr>
      <p:grpSpPr>
        <a:xfrm>
          <a:off x="0" y="0"/>
          <a:ext cx="0" cy="0"/>
          <a:chOff x="0" y="0"/>
          <a:chExt cx="0" cy="0"/>
        </a:xfrm>
      </p:grpSpPr>
      <p:sp>
        <p:nvSpPr>
          <p:cNvPr id="24" name="PlaceHolder 1"/>
          <p:cNvSpPr>
            <a:spLocks noGrp="1"/>
          </p:cNvSpPr>
          <p:nvPr>
            <p:ph type="title"/>
          </p:nvPr>
        </p:nvSpPr>
        <p:spPr>
          <a:xfrm>
            <a:off x="457200" y="274680"/>
            <a:ext cx="8229240" cy="1142640"/>
          </a:xfrm>
          <a:prstGeom prst="rect">
            <a:avLst/>
          </a:prstGeom>
          <a:noFill/>
          <a:ln w="0">
            <a:noFill/>
          </a:ln>
        </p:spPr>
        <p:txBody>
          <a:bodyPr lIns="0" tIns="0" rIns="0" bIns="0" anchor="ctr">
            <a:noAutofit/>
          </a:bodyPr>
          <a:lstStyle/>
          <a:p>
            <a:pPr indent="0">
              <a:buNone/>
            </a:pPr>
            <a:endParaRPr lang="en-US" sz="1800" b="0" u="none" strike="noStrike">
              <a:solidFill>
                <a:schemeClr val="dk1"/>
              </a:solidFill>
              <a:uFillTx/>
              <a:latin typeface="Calibri"/>
            </a:endParaRPr>
          </a:p>
        </p:txBody>
      </p:sp>
      <p:sp>
        <p:nvSpPr>
          <p:cNvPr id="3" name="PlaceHolder 2"/>
          <p:cNvSpPr>
            <a:spLocks noGrp="1"/>
          </p:cNvSpPr>
          <p:nvPr>
            <p:ph type="ftr" idx="11"/>
          </p:nvPr>
        </p:nvSpPr>
        <p:spPr/>
        <p:txBody>
          <a:bodyPr/>
          <a:lstStyle/>
          <a:p>
            <a:r>
              <a:t>Footer</a:t>
            </a:r>
          </a:p>
        </p:txBody>
      </p:sp>
      <p:sp>
        <p:nvSpPr>
          <p:cNvPr id="4" name="PlaceHolder 3"/>
          <p:cNvSpPr>
            <a:spLocks noGrp="1"/>
          </p:cNvSpPr>
          <p:nvPr>
            <p:ph type="sldNum" idx="12"/>
          </p:nvPr>
        </p:nvSpPr>
        <p:spPr/>
        <p:txBody>
          <a:bodyPr/>
          <a:lstStyle/>
          <a:p>
            <a:fld id="{A2C7A6C1-D6D3-4FD3-BDEB-289F46EE51A7}" type="slidenum">
              <a:t>‹#›</a:t>
            </a:fld>
            <a:endParaRPr/>
          </a:p>
        </p:txBody>
      </p:sp>
      <p:sp>
        <p:nvSpPr>
          <p:cNvPr id="5" name="PlaceHolder 4"/>
          <p:cNvSpPr>
            <a:spLocks noGrp="1"/>
          </p:cNvSpPr>
          <p:nvPr>
            <p:ph type="dt" idx="10"/>
          </p:nvPr>
        </p:nvSpPr>
        <p:spPr/>
        <p:txBody>
          <a:body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itle and Content">
    <p:spTree>
      <p:nvGrpSpPr>
        <p:cNvPr id="1" name=""/>
        <p:cNvGrpSpPr/>
        <p:nvPr/>
      </p:nvGrpSpPr>
      <p:grpSpPr>
        <a:xfrm>
          <a:off x="0" y="0"/>
          <a:ext cx="0" cy="0"/>
          <a:chOff x="0" y="0"/>
          <a:chExt cx="0" cy="0"/>
        </a:xfrm>
      </p:grpSpPr>
      <p:sp>
        <p:nvSpPr>
          <p:cNvPr id="25" name="PlaceHolder 1"/>
          <p:cNvSpPr>
            <a:spLocks noGrp="1"/>
          </p:cNvSpPr>
          <p:nvPr>
            <p:ph type="title"/>
          </p:nvPr>
        </p:nvSpPr>
        <p:spPr>
          <a:xfrm>
            <a:off x="457200" y="274680"/>
            <a:ext cx="8229240" cy="1142640"/>
          </a:xfrm>
          <a:prstGeom prst="rect">
            <a:avLst/>
          </a:prstGeom>
          <a:noFill/>
          <a:ln w="0">
            <a:noFill/>
          </a:ln>
        </p:spPr>
        <p:txBody>
          <a:bodyPr lIns="0" tIns="0" rIns="0" bIns="0" anchor="ctr">
            <a:noAutofit/>
          </a:bodyPr>
          <a:lstStyle/>
          <a:p>
            <a:pPr indent="0">
              <a:buNone/>
            </a:pPr>
            <a:endParaRPr lang="en-US" sz="1800" b="0" u="none" strike="noStrike">
              <a:solidFill>
                <a:schemeClr val="dk1"/>
              </a:solidFill>
              <a:uFillTx/>
              <a:latin typeface="Calibri"/>
            </a:endParaRPr>
          </a:p>
        </p:txBody>
      </p:sp>
      <p:sp>
        <p:nvSpPr>
          <p:cNvPr id="26" name="PlaceHolder 2"/>
          <p:cNvSpPr>
            <a:spLocks noGrp="1"/>
          </p:cNvSpPr>
          <p:nvPr>
            <p:ph/>
          </p:nvPr>
        </p:nvSpPr>
        <p:spPr>
          <a:xfrm>
            <a:off x="457200" y="1600200"/>
            <a:ext cx="4015800" cy="4525560"/>
          </a:xfrm>
          <a:prstGeom prst="rect">
            <a:avLst/>
          </a:prstGeom>
          <a:noFill/>
          <a:ln w="0">
            <a:noFill/>
          </a:ln>
        </p:spPr>
        <p:txBody>
          <a:bodyPr lIns="0" tIns="0" rIns="0" bIns="0" anchor="t">
            <a:normAutofit/>
          </a:bodyPr>
          <a:lstStyle/>
          <a:p>
            <a:pPr indent="0">
              <a:spcBef>
                <a:spcPts val="1417"/>
              </a:spcBef>
              <a:buNone/>
            </a:pPr>
            <a:endParaRPr lang="en-US" sz="3200" b="0" u="none" strike="noStrike">
              <a:solidFill>
                <a:schemeClr val="dk1"/>
              </a:solidFill>
              <a:uFillTx/>
              <a:latin typeface="Calibri"/>
            </a:endParaRPr>
          </a:p>
        </p:txBody>
      </p:sp>
      <p:sp>
        <p:nvSpPr>
          <p:cNvPr id="27" name="PlaceHolder 3"/>
          <p:cNvSpPr>
            <a:spLocks noGrp="1"/>
          </p:cNvSpPr>
          <p:nvPr>
            <p:ph/>
          </p:nvPr>
        </p:nvSpPr>
        <p:spPr>
          <a:xfrm>
            <a:off x="4674240" y="1600200"/>
            <a:ext cx="4015800" cy="4525560"/>
          </a:xfrm>
          <a:prstGeom prst="rect">
            <a:avLst/>
          </a:prstGeom>
          <a:noFill/>
          <a:ln w="0">
            <a:noFill/>
          </a:ln>
        </p:spPr>
        <p:txBody>
          <a:bodyPr lIns="0" tIns="0" rIns="0" bIns="0" anchor="t">
            <a:normAutofit/>
          </a:bodyPr>
          <a:lstStyle/>
          <a:p>
            <a:pPr indent="0">
              <a:spcBef>
                <a:spcPts val="1417"/>
              </a:spcBef>
              <a:buNone/>
            </a:pPr>
            <a:endParaRPr lang="en-US" sz="3200" b="0" u="none" strike="noStrike">
              <a:solidFill>
                <a:schemeClr val="dk1"/>
              </a:solidFill>
              <a:uFillTx/>
              <a:latin typeface="Calibri"/>
            </a:endParaRPr>
          </a:p>
        </p:txBody>
      </p:sp>
      <p:sp>
        <p:nvSpPr>
          <p:cNvPr id="5" name="PlaceHolder 4"/>
          <p:cNvSpPr>
            <a:spLocks noGrp="1"/>
          </p:cNvSpPr>
          <p:nvPr>
            <p:ph type="ftr" idx="11"/>
          </p:nvPr>
        </p:nvSpPr>
        <p:spPr/>
        <p:txBody>
          <a:bodyPr/>
          <a:lstStyle/>
          <a:p>
            <a:r>
              <a:t>Footer</a:t>
            </a:r>
          </a:p>
        </p:txBody>
      </p:sp>
      <p:sp>
        <p:nvSpPr>
          <p:cNvPr id="6" name="PlaceHolder 5"/>
          <p:cNvSpPr>
            <a:spLocks noGrp="1"/>
          </p:cNvSpPr>
          <p:nvPr>
            <p:ph type="sldNum" idx="12"/>
          </p:nvPr>
        </p:nvSpPr>
        <p:spPr/>
        <p:txBody>
          <a:bodyPr/>
          <a:lstStyle/>
          <a:p>
            <a:fld id="{213127AE-2919-4962-8B2D-E317826AA8D7}" type="slidenum">
              <a:t>‹#›</a:t>
            </a:fld>
            <a:endParaRPr/>
          </a:p>
        </p:txBody>
      </p:sp>
      <p:sp>
        <p:nvSpPr>
          <p:cNvPr id="7" name="PlaceHolder 6"/>
          <p:cNvSpPr>
            <a:spLocks noGrp="1"/>
          </p:cNvSpPr>
          <p:nvPr>
            <p:ph type="dt" idx="10"/>
          </p:nvPr>
        </p:nvSpPr>
        <p:spPr/>
        <p:txBody>
          <a:body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Title and Content">
    <p:spTree>
      <p:nvGrpSpPr>
        <p:cNvPr id="1" name=""/>
        <p:cNvGrpSpPr/>
        <p:nvPr/>
      </p:nvGrpSpPr>
      <p:grpSpPr>
        <a:xfrm>
          <a:off x="0" y="0"/>
          <a:ext cx="0" cy="0"/>
          <a:chOff x="0" y="0"/>
          <a:chExt cx="0" cy="0"/>
        </a:xfrm>
      </p:grpSpPr>
      <p:sp>
        <p:nvSpPr>
          <p:cNvPr id="2" name="PlaceHolder 1"/>
          <p:cNvSpPr>
            <a:spLocks noGrp="1"/>
          </p:cNvSpPr>
          <p:nvPr>
            <p:ph type="ftr" idx="11"/>
          </p:nvPr>
        </p:nvSpPr>
        <p:spPr/>
        <p:txBody>
          <a:bodyPr/>
          <a:lstStyle/>
          <a:p>
            <a:r>
              <a:t>Footer</a:t>
            </a:r>
          </a:p>
        </p:txBody>
      </p:sp>
      <p:sp>
        <p:nvSpPr>
          <p:cNvPr id="3" name="PlaceHolder 2"/>
          <p:cNvSpPr>
            <a:spLocks noGrp="1"/>
          </p:cNvSpPr>
          <p:nvPr>
            <p:ph type="sldNum" idx="12"/>
          </p:nvPr>
        </p:nvSpPr>
        <p:spPr/>
        <p:txBody>
          <a:bodyPr/>
          <a:lstStyle/>
          <a:p>
            <a:fld id="{36D5D21E-0A02-4C32-B876-B296DE4FE99B}" type="slidenum">
              <a:t>‹#›</a:t>
            </a:fld>
            <a:endParaRPr/>
          </a:p>
        </p:txBody>
      </p:sp>
      <p:sp>
        <p:nvSpPr>
          <p:cNvPr id="4" name="PlaceHolder 3"/>
          <p:cNvSpPr>
            <a:spLocks noGrp="1"/>
          </p:cNvSpPr>
          <p:nvPr>
            <p:ph type="dt" idx="10"/>
          </p:nvPr>
        </p:nvSpPr>
        <p:spPr/>
        <p:txBody>
          <a:body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vertTitleAndTx" preserve="1">
  <p:cSld name="Title and Content">
    <p:spTree>
      <p:nvGrpSpPr>
        <p:cNvPr id="1" name=""/>
        <p:cNvGrpSpPr/>
        <p:nvPr/>
      </p:nvGrpSpPr>
      <p:grpSpPr>
        <a:xfrm>
          <a:off x="0" y="0"/>
          <a:ext cx="0" cy="0"/>
          <a:chOff x="0" y="0"/>
          <a:chExt cx="0" cy="0"/>
        </a:xfrm>
      </p:grpSpPr>
      <p:sp>
        <p:nvSpPr>
          <p:cNvPr id="2" name="PlaceHolder 1"/>
          <p:cNvSpPr>
            <a:spLocks noGrp="1"/>
          </p:cNvSpPr>
          <p:nvPr>
            <p:ph type="ftr" idx="11"/>
          </p:nvPr>
        </p:nvSpPr>
        <p:spPr/>
        <p:txBody>
          <a:bodyPr/>
          <a:lstStyle/>
          <a:p>
            <a:r>
              <a:t>Footer</a:t>
            </a:r>
          </a:p>
        </p:txBody>
      </p:sp>
      <p:sp>
        <p:nvSpPr>
          <p:cNvPr id="3" name="PlaceHolder 2"/>
          <p:cNvSpPr>
            <a:spLocks noGrp="1"/>
          </p:cNvSpPr>
          <p:nvPr>
            <p:ph type="sldNum" idx="12"/>
          </p:nvPr>
        </p:nvSpPr>
        <p:spPr/>
        <p:txBody>
          <a:bodyPr/>
          <a:lstStyle/>
          <a:p>
            <a:fld id="{26ABC199-10CC-4891-82E2-F22FAE870C1B}" type="slidenum">
              <a:t>‹#›</a:t>
            </a:fld>
            <a:endParaRPr/>
          </a:p>
        </p:txBody>
      </p:sp>
      <p:sp>
        <p:nvSpPr>
          <p:cNvPr id="4" name="PlaceHolder 3"/>
          <p:cNvSpPr>
            <a:spLocks noGrp="1"/>
          </p:cNvSpPr>
          <p:nvPr>
            <p:ph type="dt" idx="10"/>
          </p:nvPr>
        </p:nvSpPr>
        <p:spPr/>
        <p:txBody>
          <a:body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le and Content">
    <p:spTree>
      <p:nvGrpSpPr>
        <p:cNvPr id="1" name=""/>
        <p:cNvGrpSpPr/>
        <p:nvPr/>
      </p:nvGrpSpPr>
      <p:grpSpPr>
        <a:xfrm>
          <a:off x="0" y="0"/>
          <a:ext cx="0" cy="0"/>
          <a:chOff x="0" y="0"/>
          <a:chExt cx="0" cy="0"/>
        </a:xfrm>
      </p:grpSpPr>
      <p:sp>
        <p:nvSpPr>
          <p:cNvPr id="2" name="PlaceHolder 1"/>
          <p:cNvSpPr>
            <a:spLocks noGrp="1"/>
          </p:cNvSpPr>
          <p:nvPr>
            <p:ph type="ftr" idx="11"/>
          </p:nvPr>
        </p:nvSpPr>
        <p:spPr/>
        <p:txBody>
          <a:bodyPr/>
          <a:lstStyle/>
          <a:p>
            <a:r>
              <a:t>Footer</a:t>
            </a:r>
          </a:p>
        </p:txBody>
      </p:sp>
      <p:sp>
        <p:nvSpPr>
          <p:cNvPr id="3" name="PlaceHolder 2"/>
          <p:cNvSpPr>
            <a:spLocks noGrp="1"/>
          </p:cNvSpPr>
          <p:nvPr>
            <p:ph type="sldNum" idx="12"/>
          </p:nvPr>
        </p:nvSpPr>
        <p:spPr/>
        <p:txBody>
          <a:bodyPr/>
          <a:lstStyle/>
          <a:p>
            <a:fld id="{A2862D97-DF85-49AC-8004-A385221A97FA}" type="slidenum">
              <a:t>‹#›</a:t>
            </a:fld>
            <a:endParaRPr/>
          </a:p>
        </p:txBody>
      </p:sp>
      <p:sp>
        <p:nvSpPr>
          <p:cNvPr id="4" name="PlaceHolder 3"/>
          <p:cNvSpPr>
            <a:spLocks noGrp="1"/>
          </p:cNvSpPr>
          <p:nvPr>
            <p:ph type="dt" idx="10"/>
          </p:nvPr>
        </p:nvSpPr>
        <p:spPr/>
        <p:txBody>
          <a:body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Title and Content">
    <p:spTree>
      <p:nvGrpSpPr>
        <p:cNvPr id="1" name=""/>
        <p:cNvGrpSpPr/>
        <p:nvPr/>
      </p:nvGrpSpPr>
      <p:grpSpPr>
        <a:xfrm>
          <a:off x="0" y="0"/>
          <a:ext cx="0" cy="0"/>
          <a:chOff x="0" y="0"/>
          <a:chExt cx="0" cy="0"/>
        </a:xfrm>
      </p:grpSpPr>
      <p:sp>
        <p:nvSpPr>
          <p:cNvPr id="28" name="PlaceHolder 1"/>
          <p:cNvSpPr>
            <a:spLocks noGrp="1"/>
          </p:cNvSpPr>
          <p:nvPr>
            <p:ph type="title"/>
          </p:nvPr>
        </p:nvSpPr>
        <p:spPr>
          <a:xfrm>
            <a:off x="457200" y="274680"/>
            <a:ext cx="8229240" cy="1142640"/>
          </a:xfrm>
          <a:prstGeom prst="rect">
            <a:avLst/>
          </a:prstGeom>
          <a:noFill/>
          <a:ln w="0">
            <a:noFill/>
          </a:ln>
        </p:spPr>
        <p:txBody>
          <a:bodyPr lIns="0" tIns="0" rIns="0" bIns="0" anchor="ctr">
            <a:noAutofit/>
          </a:bodyPr>
          <a:lstStyle/>
          <a:p>
            <a:pPr indent="0">
              <a:buNone/>
            </a:pPr>
            <a:endParaRPr lang="en-US" sz="1800" b="0" u="none" strike="noStrike">
              <a:solidFill>
                <a:schemeClr val="dk1"/>
              </a:solidFill>
              <a:uFillTx/>
              <a:latin typeface="Calibri"/>
            </a:endParaRPr>
          </a:p>
        </p:txBody>
      </p:sp>
      <p:sp>
        <p:nvSpPr>
          <p:cNvPr id="29" name="PlaceHolder 2"/>
          <p:cNvSpPr>
            <a:spLocks noGrp="1"/>
          </p:cNvSpPr>
          <p:nvPr>
            <p:ph type="subTitle"/>
          </p:nvPr>
        </p:nvSpPr>
        <p:spPr>
          <a:xfrm>
            <a:off x="457200" y="1600200"/>
            <a:ext cx="8229240" cy="4525560"/>
          </a:xfrm>
          <a:prstGeom prst="rect">
            <a:avLst/>
          </a:prstGeom>
          <a:noFill/>
          <a:ln w="0">
            <a:noFill/>
          </a:ln>
        </p:spPr>
        <p:txBody>
          <a:bodyPr lIns="0" tIns="0" rIns="0" bIns="0" anchor="ctr">
            <a:noAutofit/>
          </a:bodyPr>
          <a:lstStyle/>
          <a:p>
            <a:pPr indent="0" algn="ctr">
              <a:buNone/>
            </a:pPr>
            <a:endParaRPr lang="en-IN" sz="3200" b="0" u="none" strike="noStrike">
              <a:solidFill>
                <a:srgbClr val="000000"/>
              </a:solidFill>
              <a:uFillTx/>
              <a:latin typeface="Arial"/>
            </a:endParaRPr>
          </a:p>
        </p:txBody>
      </p:sp>
      <p:sp>
        <p:nvSpPr>
          <p:cNvPr id="4" name="PlaceHolder 3"/>
          <p:cNvSpPr>
            <a:spLocks noGrp="1"/>
          </p:cNvSpPr>
          <p:nvPr>
            <p:ph type="ftr" idx="11"/>
          </p:nvPr>
        </p:nvSpPr>
        <p:spPr/>
        <p:txBody>
          <a:bodyPr/>
          <a:lstStyle/>
          <a:p>
            <a:r>
              <a:t>Footer</a:t>
            </a:r>
          </a:p>
        </p:txBody>
      </p:sp>
      <p:sp>
        <p:nvSpPr>
          <p:cNvPr id="5" name="PlaceHolder 4"/>
          <p:cNvSpPr>
            <a:spLocks noGrp="1"/>
          </p:cNvSpPr>
          <p:nvPr>
            <p:ph type="sldNum" idx="12"/>
          </p:nvPr>
        </p:nvSpPr>
        <p:spPr/>
        <p:txBody>
          <a:bodyPr/>
          <a:lstStyle/>
          <a:p>
            <a:fld id="{55592303-9F71-412A-89FD-22E6A5E8116B}" type="slidenum">
              <a:t>‹#›</a:t>
            </a:fld>
            <a:endParaRPr/>
          </a:p>
        </p:txBody>
      </p:sp>
      <p:sp>
        <p:nvSpPr>
          <p:cNvPr id="6" name="PlaceHolder 5"/>
          <p:cNvSpPr>
            <a:spLocks noGrp="1"/>
          </p:cNvSpPr>
          <p:nvPr>
            <p:ph type="dt" idx="10"/>
          </p:nvPr>
        </p:nvSpPr>
        <p:spPr/>
        <p:txBody>
          <a:body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x" preserve="1">
  <p:cSld name="Title and Content">
    <p:spTree>
      <p:nvGrpSpPr>
        <p:cNvPr id="1" name=""/>
        <p:cNvGrpSpPr/>
        <p:nvPr/>
      </p:nvGrpSpPr>
      <p:grpSpPr>
        <a:xfrm>
          <a:off x="0" y="0"/>
          <a:ext cx="0" cy="0"/>
          <a:chOff x="0" y="0"/>
          <a:chExt cx="0" cy="0"/>
        </a:xfrm>
      </p:grpSpPr>
      <p:sp>
        <p:nvSpPr>
          <p:cNvPr id="30" name="PlaceHolder 1"/>
          <p:cNvSpPr>
            <a:spLocks noGrp="1"/>
          </p:cNvSpPr>
          <p:nvPr>
            <p:ph type="title"/>
          </p:nvPr>
        </p:nvSpPr>
        <p:spPr>
          <a:xfrm>
            <a:off x="457200" y="274680"/>
            <a:ext cx="8229240" cy="1142640"/>
          </a:xfrm>
          <a:prstGeom prst="rect">
            <a:avLst/>
          </a:prstGeom>
          <a:noFill/>
          <a:ln w="0">
            <a:noFill/>
          </a:ln>
        </p:spPr>
        <p:txBody>
          <a:bodyPr lIns="0" tIns="0" rIns="0" bIns="0" anchor="ctr">
            <a:noAutofit/>
          </a:bodyPr>
          <a:lstStyle/>
          <a:p>
            <a:pPr indent="0">
              <a:buNone/>
            </a:pPr>
            <a:endParaRPr lang="en-US" sz="1800" b="0" u="none" strike="noStrike">
              <a:solidFill>
                <a:schemeClr val="dk1"/>
              </a:solidFill>
              <a:uFillTx/>
              <a:latin typeface="Calibri"/>
            </a:endParaRPr>
          </a:p>
        </p:txBody>
      </p:sp>
      <p:sp>
        <p:nvSpPr>
          <p:cNvPr id="31" name="PlaceHolder 2"/>
          <p:cNvSpPr>
            <a:spLocks noGrp="1"/>
          </p:cNvSpPr>
          <p:nvPr>
            <p:ph/>
          </p:nvPr>
        </p:nvSpPr>
        <p:spPr>
          <a:xfrm>
            <a:off x="457200" y="1600200"/>
            <a:ext cx="8229240" cy="4525560"/>
          </a:xfrm>
          <a:prstGeom prst="rect">
            <a:avLst/>
          </a:prstGeom>
          <a:noFill/>
          <a:ln w="0">
            <a:noFill/>
          </a:ln>
        </p:spPr>
        <p:txBody>
          <a:bodyPr lIns="0" tIns="0" rIns="0" bIns="0" anchor="t">
            <a:normAutofit/>
          </a:bodyPr>
          <a:lstStyle/>
          <a:p>
            <a:pPr indent="0">
              <a:spcBef>
                <a:spcPts val="1417"/>
              </a:spcBef>
              <a:buNone/>
            </a:pPr>
            <a:endParaRPr lang="en-US" sz="3200" b="0" u="none" strike="noStrike">
              <a:solidFill>
                <a:schemeClr val="dk1"/>
              </a:solidFill>
              <a:uFillTx/>
              <a:latin typeface="Calibri"/>
            </a:endParaRPr>
          </a:p>
        </p:txBody>
      </p:sp>
      <p:sp>
        <p:nvSpPr>
          <p:cNvPr id="4" name="PlaceHolder 3"/>
          <p:cNvSpPr>
            <a:spLocks noGrp="1"/>
          </p:cNvSpPr>
          <p:nvPr>
            <p:ph type="ftr" idx="11"/>
          </p:nvPr>
        </p:nvSpPr>
        <p:spPr/>
        <p:txBody>
          <a:bodyPr/>
          <a:lstStyle/>
          <a:p>
            <a:r>
              <a:t>Footer</a:t>
            </a:r>
          </a:p>
        </p:txBody>
      </p:sp>
      <p:sp>
        <p:nvSpPr>
          <p:cNvPr id="5" name="PlaceHolder 4"/>
          <p:cNvSpPr>
            <a:spLocks noGrp="1"/>
          </p:cNvSpPr>
          <p:nvPr>
            <p:ph type="sldNum" idx="12"/>
          </p:nvPr>
        </p:nvSpPr>
        <p:spPr/>
        <p:txBody>
          <a:bodyPr/>
          <a:lstStyle/>
          <a:p>
            <a:fld id="{F080E36F-6E8F-4280-B12D-D1D33F20B19A}" type="slidenum">
              <a:t>‹#›</a:t>
            </a:fld>
            <a:endParaRPr/>
          </a:p>
        </p:txBody>
      </p:sp>
      <p:sp>
        <p:nvSpPr>
          <p:cNvPr id="6" name="PlaceHolder 5"/>
          <p:cNvSpPr>
            <a:spLocks noGrp="1"/>
          </p:cNvSpPr>
          <p:nvPr>
            <p:ph type="dt" idx="10"/>
          </p:nvPr>
        </p:nvSpPr>
        <p:spPr/>
        <p:txBody>
          <a:body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2" name="PlaceHolder 1"/>
          <p:cNvSpPr>
            <a:spLocks noGrp="1"/>
          </p:cNvSpPr>
          <p:nvPr>
            <p:ph type="title"/>
          </p:nvPr>
        </p:nvSpPr>
        <p:spPr>
          <a:xfrm>
            <a:off x="457200" y="274680"/>
            <a:ext cx="8229240" cy="1142640"/>
          </a:xfrm>
          <a:prstGeom prst="rect">
            <a:avLst/>
          </a:prstGeom>
          <a:noFill/>
          <a:ln w="0">
            <a:noFill/>
          </a:ln>
        </p:spPr>
        <p:txBody>
          <a:bodyPr lIns="0" tIns="0" rIns="0" bIns="0" anchor="ctr">
            <a:noAutofit/>
          </a:bodyPr>
          <a:lstStyle/>
          <a:p>
            <a:pPr indent="0">
              <a:buNone/>
            </a:pPr>
            <a:endParaRPr lang="en-US" sz="1800" b="0" u="none" strike="noStrike">
              <a:solidFill>
                <a:schemeClr val="dk1"/>
              </a:solidFill>
              <a:uFillTx/>
              <a:latin typeface="Calibri"/>
            </a:endParaRPr>
          </a:p>
        </p:txBody>
      </p:sp>
      <p:sp>
        <p:nvSpPr>
          <p:cNvPr id="33" name="PlaceHolder 2"/>
          <p:cNvSpPr>
            <a:spLocks noGrp="1"/>
          </p:cNvSpPr>
          <p:nvPr>
            <p:ph/>
          </p:nvPr>
        </p:nvSpPr>
        <p:spPr>
          <a:xfrm>
            <a:off x="457200" y="1600200"/>
            <a:ext cx="8229240" cy="4525560"/>
          </a:xfrm>
          <a:prstGeom prst="rect">
            <a:avLst/>
          </a:prstGeom>
          <a:noFill/>
          <a:ln w="0">
            <a:noFill/>
          </a:ln>
        </p:spPr>
        <p:txBody>
          <a:bodyPr lIns="0" tIns="0" rIns="0" bIns="0" anchor="t">
            <a:normAutofit/>
          </a:bodyPr>
          <a:lstStyle/>
          <a:p>
            <a:pPr indent="0">
              <a:spcBef>
                <a:spcPts val="1417"/>
              </a:spcBef>
              <a:buNone/>
            </a:pPr>
            <a:endParaRPr lang="en-US" sz="3200" b="0" u="none" strike="noStrike">
              <a:solidFill>
                <a:schemeClr val="dk1"/>
              </a:solidFill>
              <a:uFillTx/>
              <a:latin typeface="Calibri"/>
            </a:endParaRPr>
          </a:p>
        </p:txBody>
      </p:sp>
      <p:sp>
        <p:nvSpPr>
          <p:cNvPr id="4" name="PlaceHolder 3"/>
          <p:cNvSpPr>
            <a:spLocks noGrp="1"/>
          </p:cNvSpPr>
          <p:nvPr>
            <p:ph type="ftr" idx="11"/>
          </p:nvPr>
        </p:nvSpPr>
        <p:spPr/>
        <p:txBody>
          <a:bodyPr/>
          <a:lstStyle/>
          <a:p>
            <a:r>
              <a:t>Footer</a:t>
            </a:r>
          </a:p>
        </p:txBody>
      </p:sp>
      <p:sp>
        <p:nvSpPr>
          <p:cNvPr id="5" name="PlaceHolder 4"/>
          <p:cNvSpPr>
            <a:spLocks noGrp="1"/>
          </p:cNvSpPr>
          <p:nvPr>
            <p:ph type="sldNum" idx="12"/>
          </p:nvPr>
        </p:nvSpPr>
        <p:spPr/>
        <p:txBody>
          <a:bodyPr/>
          <a:lstStyle/>
          <a:p>
            <a:fld id="{6E1F52B2-E86D-4619-9F4F-659CB56EEEDB}" type="slidenum">
              <a:t>‹#›</a:t>
            </a:fld>
            <a:endParaRPr/>
          </a:p>
        </p:txBody>
      </p:sp>
      <p:sp>
        <p:nvSpPr>
          <p:cNvPr id="6" name="PlaceHolder 5"/>
          <p:cNvSpPr>
            <a:spLocks noGrp="1"/>
          </p:cNvSpPr>
          <p:nvPr>
            <p:ph type="dt" idx="10"/>
          </p:nvPr>
        </p:nvSpPr>
        <p:spPr/>
        <p:txBody>
          <a:body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Section Header">
    <p:spTree>
      <p:nvGrpSpPr>
        <p:cNvPr id="1" name=""/>
        <p:cNvGrpSpPr/>
        <p:nvPr/>
      </p:nvGrpSpPr>
      <p:grpSpPr>
        <a:xfrm>
          <a:off x="0" y="0"/>
          <a:ext cx="0" cy="0"/>
          <a:chOff x="0" y="0"/>
          <a:chExt cx="0" cy="0"/>
        </a:xfrm>
      </p:grpSpPr>
      <p:sp>
        <p:nvSpPr>
          <p:cNvPr id="2" name="PlaceHolder 1"/>
          <p:cNvSpPr>
            <a:spLocks noGrp="1"/>
          </p:cNvSpPr>
          <p:nvPr>
            <p:ph type="ftr" idx="14"/>
          </p:nvPr>
        </p:nvSpPr>
        <p:spPr/>
        <p:txBody>
          <a:bodyPr/>
          <a:lstStyle/>
          <a:p>
            <a:r>
              <a:t>Footer</a:t>
            </a:r>
          </a:p>
        </p:txBody>
      </p:sp>
      <p:sp>
        <p:nvSpPr>
          <p:cNvPr id="3" name="PlaceHolder 2"/>
          <p:cNvSpPr>
            <a:spLocks noGrp="1"/>
          </p:cNvSpPr>
          <p:nvPr>
            <p:ph type="sldNum" idx="15"/>
          </p:nvPr>
        </p:nvSpPr>
        <p:spPr/>
        <p:txBody>
          <a:bodyPr/>
          <a:lstStyle/>
          <a:p>
            <a:fld id="{B98A39A6-BC8D-49E2-96D8-5221DC42A887}" type="slidenum">
              <a:t>‹#›</a:t>
            </a:fld>
            <a:endParaRPr/>
          </a:p>
        </p:txBody>
      </p:sp>
      <p:sp>
        <p:nvSpPr>
          <p:cNvPr id="4" name="PlaceHolder 3"/>
          <p:cNvSpPr>
            <a:spLocks noGrp="1"/>
          </p:cNvSpPr>
          <p:nvPr>
            <p:ph type="dt" idx="13"/>
          </p:nvPr>
        </p:nvSpPr>
        <p:spPr/>
        <p:txBody>
          <a:body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45" name="PlaceHolder 1"/>
          <p:cNvSpPr>
            <a:spLocks noGrp="1"/>
          </p:cNvSpPr>
          <p:nvPr>
            <p:ph type="title"/>
          </p:nvPr>
        </p:nvSpPr>
        <p:spPr>
          <a:xfrm>
            <a:off x="457200" y="274680"/>
            <a:ext cx="8229240" cy="1142640"/>
          </a:xfrm>
          <a:prstGeom prst="rect">
            <a:avLst/>
          </a:prstGeom>
          <a:noFill/>
          <a:ln w="0">
            <a:noFill/>
          </a:ln>
        </p:spPr>
        <p:txBody>
          <a:bodyPr lIns="0" tIns="0" rIns="0" bIns="0" anchor="ctr">
            <a:noAutofit/>
          </a:bodyPr>
          <a:lstStyle/>
          <a:p>
            <a:pPr indent="0">
              <a:buNone/>
            </a:pPr>
            <a:endParaRPr lang="en-US" sz="1800" b="0" u="none" strike="noStrike">
              <a:solidFill>
                <a:schemeClr val="dk1"/>
              </a:solidFill>
              <a:uFillTx/>
              <a:latin typeface="Calibri"/>
            </a:endParaRPr>
          </a:p>
        </p:txBody>
      </p:sp>
      <p:sp>
        <p:nvSpPr>
          <p:cNvPr id="46" name="PlaceHolder 2"/>
          <p:cNvSpPr>
            <a:spLocks noGrp="1"/>
          </p:cNvSpPr>
          <p:nvPr>
            <p:ph/>
          </p:nvPr>
        </p:nvSpPr>
        <p:spPr>
          <a:xfrm>
            <a:off x="457200" y="1600200"/>
            <a:ext cx="4015800" cy="4525560"/>
          </a:xfrm>
          <a:prstGeom prst="rect">
            <a:avLst/>
          </a:prstGeom>
          <a:noFill/>
          <a:ln w="0">
            <a:noFill/>
          </a:ln>
        </p:spPr>
        <p:txBody>
          <a:bodyPr lIns="0" tIns="0" rIns="0" bIns="0" anchor="t">
            <a:normAutofit/>
          </a:bodyPr>
          <a:lstStyle/>
          <a:p>
            <a:pPr indent="0">
              <a:spcBef>
                <a:spcPts val="1417"/>
              </a:spcBef>
              <a:buNone/>
            </a:pPr>
            <a:endParaRPr lang="en-US" sz="3200" b="0" u="none" strike="noStrike">
              <a:solidFill>
                <a:schemeClr val="dk1"/>
              </a:solidFill>
              <a:uFillTx/>
              <a:latin typeface="Calibri"/>
            </a:endParaRPr>
          </a:p>
        </p:txBody>
      </p:sp>
      <p:sp>
        <p:nvSpPr>
          <p:cNvPr id="47" name="PlaceHolder 3"/>
          <p:cNvSpPr>
            <a:spLocks noGrp="1"/>
          </p:cNvSpPr>
          <p:nvPr>
            <p:ph/>
          </p:nvPr>
        </p:nvSpPr>
        <p:spPr>
          <a:xfrm>
            <a:off x="4674240" y="1600200"/>
            <a:ext cx="4015800" cy="4525560"/>
          </a:xfrm>
          <a:prstGeom prst="rect">
            <a:avLst/>
          </a:prstGeom>
          <a:noFill/>
          <a:ln w="0">
            <a:noFill/>
          </a:ln>
        </p:spPr>
        <p:txBody>
          <a:bodyPr lIns="0" tIns="0" rIns="0" bIns="0" anchor="t">
            <a:normAutofit/>
          </a:bodyPr>
          <a:lstStyle/>
          <a:p>
            <a:pPr indent="0">
              <a:spcBef>
                <a:spcPts val="1417"/>
              </a:spcBef>
              <a:buNone/>
            </a:pPr>
            <a:endParaRPr lang="en-US" sz="3200" b="0" u="none" strike="noStrike">
              <a:solidFill>
                <a:schemeClr val="dk1"/>
              </a:solidFill>
              <a:uFillTx/>
              <a:latin typeface="Calibri"/>
            </a:endParaRPr>
          </a:p>
        </p:txBody>
      </p:sp>
      <p:sp>
        <p:nvSpPr>
          <p:cNvPr id="5" name="PlaceHolder 4"/>
          <p:cNvSpPr>
            <a:spLocks noGrp="1"/>
          </p:cNvSpPr>
          <p:nvPr>
            <p:ph type="ftr" idx="17"/>
          </p:nvPr>
        </p:nvSpPr>
        <p:spPr/>
        <p:txBody>
          <a:bodyPr/>
          <a:lstStyle/>
          <a:p>
            <a:r>
              <a:t>Footer</a:t>
            </a:r>
          </a:p>
        </p:txBody>
      </p:sp>
      <p:sp>
        <p:nvSpPr>
          <p:cNvPr id="6" name="PlaceHolder 5"/>
          <p:cNvSpPr>
            <a:spLocks noGrp="1"/>
          </p:cNvSpPr>
          <p:nvPr>
            <p:ph type="sldNum" idx="18"/>
          </p:nvPr>
        </p:nvSpPr>
        <p:spPr/>
        <p:txBody>
          <a:bodyPr/>
          <a:lstStyle/>
          <a:p>
            <a:fld id="{CDE49025-C400-4D3C-8FEB-7E7D0FD7DE34}" type="slidenum">
              <a:t>‹#›</a:t>
            </a:fld>
            <a:endParaRPr/>
          </a:p>
        </p:txBody>
      </p:sp>
      <p:sp>
        <p:nvSpPr>
          <p:cNvPr id="7" name="PlaceHolder 6"/>
          <p:cNvSpPr>
            <a:spLocks noGrp="1"/>
          </p:cNvSpPr>
          <p:nvPr>
            <p:ph type="dt" idx="16"/>
          </p:nvPr>
        </p:nvSpPr>
        <p:spPr/>
        <p:txBody>
          <a:body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Comparison">
    <p:spTree>
      <p:nvGrpSpPr>
        <p:cNvPr id="1" name=""/>
        <p:cNvGrpSpPr/>
        <p:nvPr/>
      </p:nvGrpSpPr>
      <p:grpSpPr>
        <a:xfrm>
          <a:off x="0" y="0"/>
          <a:ext cx="0" cy="0"/>
          <a:chOff x="0" y="0"/>
          <a:chExt cx="0" cy="0"/>
        </a:xfrm>
      </p:grpSpPr>
      <p:sp>
        <p:nvSpPr>
          <p:cNvPr id="2" name="PlaceHolder 1"/>
          <p:cNvSpPr>
            <a:spLocks noGrp="1"/>
          </p:cNvSpPr>
          <p:nvPr>
            <p:ph type="ftr" idx="20"/>
          </p:nvPr>
        </p:nvSpPr>
        <p:spPr/>
        <p:txBody>
          <a:bodyPr/>
          <a:lstStyle/>
          <a:p>
            <a:r>
              <a:t>Footer</a:t>
            </a:r>
          </a:p>
        </p:txBody>
      </p:sp>
      <p:sp>
        <p:nvSpPr>
          <p:cNvPr id="3" name="PlaceHolder 2"/>
          <p:cNvSpPr>
            <a:spLocks noGrp="1"/>
          </p:cNvSpPr>
          <p:nvPr>
            <p:ph type="sldNum" idx="21"/>
          </p:nvPr>
        </p:nvSpPr>
        <p:spPr/>
        <p:txBody>
          <a:bodyPr/>
          <a:lstStyle/>
          <a:p>
            <a:fld id="{832A8FED-CA28-47B3-A6B8-988831001B25}" type="slidenum">
              <a:t>‹#›</a:t>
            </a:fld>
            <a:endParaRPr/>
          </a:p>
        </p:txBody>
      </p:sp>
      <p:sp>
        <p:nvSpPr>
          <p:cNvPr id="4" name="PlaceHolder 3"/>
          <p:cNvSpPr>
            <a:spLocks noGrp="1"/>
          </p:cNvSpPr>
          <p:nvPr>
            <p:ph type="dt" idx="19"/>
          </p:nvPr>
        </p:nvSpPr>
        <p:spPr/>
        <p:txBody>
          <a:body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0" name="PlaceHolder 1"/>
          <p:cNvSpPr>
            <a:spLocks noGrp="1"/>
          </p:cNvSpPr>
          <p:nvPr>
            <p:ph type="title"/>
          </p:nvPr>
        </p:nvSpPr>
        <p:spPr>
          <a:xfrm>
            <a:off x="457200" y="274680"/>
            <a:ext cx="8229240" cy="1142640"/>
          </a:xfrm>
          <a:prstGeom prst="rect">
            <a:avLst/>
          </a:prstGeom>
          <a:noFill/>
          <a:ln w="0">
            <a:noFill/>
          </a:ln>
        </p:spPr>
        <p:txBody>
          <a:bodyPr lIns="0" tIns="0" rIns="0" bIns="0" anchor="ctr">
            <a:noAutofit/>
          </a:bodyPr>
          <a:lstStyle/>
          <a:p>
            <a:pPr indent="0">
              <a:buNone/>
            </a:pPr>
            <a:endParaRPr lang="en-US" sz="1800" b="0" u="none" strike="noStrike">
              <a:solidFill>
                <a:schemeClr val="dk1"/>
              </a:solidFill>
              <a:uFillTx/>
              <a:latin typeface="Calibri"/>
            </a:endParaRPr>
          </a:p>
        </p:txBody>
      </p:sp>
      <p:sp>
        <p:nvSpPr>
          <p:cNvPr id="3" name="PlaceHolder 2"/>
          <p:cNvSpPr>
            <a:spLocks noGrp="1"/>
          </p:cNvSpPr>
          <p:nvPr>
            <p:ph type="ftr" idx="23"/>
          </p:nvPr>
        </p:nvSpPr>
        <p:spPr/>
        <p:txBody>
          <a:bodyPr/>
          <a:lstStyle/>
          <a:p>
            <a:r>
              <a:t>Footer</a:t>
            </a:r>
          </a:p>
        </p:txBody>
      </p:sp>
      <p:sp>
        <p:nvSpPr>
          <p:cNvPr id="4" name="PlaceHolder 3"/>
          <p:cNvSpPr>
            <a:spLocks noGrp="1"/>
          </p:cNvSpPr>
          <p:nvPr>
            <p:ph type="sldNum" idx="24"/>
          </p:nvPr>
        </p:nvSpPr>
        <p:spPr/>
        <p:txBody>
          <a:bodyPr/>
          <a:lstStyle/>
          <a:p>
            <a:fld id="{95F5D70B-DAB1-4CA0-8D22-CC630A636ADF}" type="slidenum">
              <a:t>‹#›</a:t>
            </a:fld>
            <a:endParaRPr/>
          </a:p>
        </p:txBody>
      </p:sp>
      <p:sp>
        <p:nvSpPr>
          <p:cNvPr id="5" name="PlaceHolder 4"/>
          <p:cNvSpPr>
            <a:spLocks noGrp="1"/>
          </p:cNvSpPr>
          <p:nvPr>
            <p:ph type="dt" idx="22"/>
          </p:nvPr>
        </p:nvSpPr>
        <p:spPr/>
        <p:txBody>
          <a:body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PlaceHolder 1"/>
          <p:cNvSpPr>
            <a:spLocks noGrp="1"/>
          </p:cNvSpPr>
          <p:nvPr>
            <p:ph type="ftr" idx="26"/>
          </p:nvPr>
        </p:nvSpPr>
        <p:spPr/>
        <p:txBody>
          <a:bodyPr/>
          <a:lstStyle/>
          <a:p>
            <a:r>
              <a:t>Footer</a:t>
            </a:r>
          </a:p>
        </p:txBody>
      </p:sp>
      <p:sp>
        <p:nvSpPr>
          <p:cNvPr id="3" name="PlaceHolder 2"/>
          <p:cNvSpPr>
            <a:spLocks noGrp="1"/>
          </p:cNvSpPr>
          <p:nvPr>
            <p:ph type="sldNum" idx="27"/>
          </p:nvPr>
        </p:nvSpPr>
        <p:spPr/>
        <p:txBody>
          <a:bodyPr/>
          <a:lstStyle/>
          <a:p>
            <a:fld id="{AD49B2EB-02FB-4210-9A0B-9C9ED17E7393}" type="slidenum">
              <a:t>‹#›</a:t>
            </a:fld>
            <a:endParaRPr/>
          </a:p>
        </p:txBody>
      </p:sp>
      <p:sp>
        <p:nvSpPr>
          <p:cNvPr id="4" name="PlaceHolder 3"/>
          <p:cNvSpPr>
            <a:spLocks noGrp="1"/>
          </p:cNvSpPr>
          <p:nvPr>
            <p:ph type="dt" idx="25"/>
          </p:nvPr>
        </p:nvSpPr>
        <p:spPr/>
        <p:txBody>
          <a:body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Content with Caption">
    <p:spTree>
      <p:nvGrpSpPr>
        <p:cNvPr id="1" name=""/>
        <p:cNvGrpSpPr/>
        <p:nvPr/>
      </p:nvGrpSpPr>
      <p:grpSpPr>
        <a:xfrm>
          <a:off x="0" y="0"/>
          <a:ext cx="0" cy="0"/>
          <a:chOff x="0" y="0"/>
          <a:chExt cx="0" cy="0"/>
        </a:xfrm>
      </p:grpSpPr>
      <p:sp>
        <p:nvSpPr>
          <p:cNvPr id="2" name="PlaceHolder 1"/>
          <p:cNvSpPr>
            <a:spLocks noGrp="1"/>
          </p:cNvSpPr>
          <p:nvPr>
            <p:ph type="ftr" idx="29"/>
          </p:nvPr>
        </p:nvSpPr>
        <p:spPr/>
        <p:txBody>
          <a:bodyPr/>
          <a:lstStyle/>
          <a:p>
            <a:r>
              <a:t>Footer</a:t>
            </a:r>
          </a:p>
        </p:txBody>
      </p:sp>
      <p:sp>
        <p:nvSpPr>
          <p:cNvPr id="3" name="PlaceHolder 2"/>
          <p:cNvSpPr>
            <a:spLocks noGrp="1"/>
          </p:cNvSpPr>
          <p:nvPr>
            <p:ph type="sldNum" idx="30"/>
          </p:nvPr>
        </p:nvSpPr>
        <p:spPr/>
        <p:txBody>
          <a:bodyPr/>
          <a:lstStyle/>
          <a:p>
            <a:fld id="{5C0298AF-977D-4071-8A0B-9D8711016E0D}" type="slidenum">
              <a:t>‹#›</a:t>
            </a:fld>
            <a:endParaRPr/>
          </a:p>
        </p:txBody>
      </p:sp>
      <p:sp>
        <p:nvSpPr>
          <p:cNvPr id="4" name="PlaceHolder 3"/>
          <p:cNvSpPr>
            <a:spLocks noGrp="1"/>
          </p:cNvSpPr>
          <p:nvPr>
            <p:ph type="dt" idx="28"/>
          </p:nvPr>
        </p:nvSpPr>
        <p:spPr/>
        <p:txBody>
          <a:body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Picture with Caption">
    <p:spTree>
      <p:nvGrpSpPr>
        <p:cNvPr id="1" name=""/>
        <p:cNvGrpSpPr/>
        <p:nvPr/>
      </p:nvGrpSpPr>
      <p:grpSpPr>
        <a:xfrm>
          <a:off x="0" y="0"/>
          <a:ext cx="0" cy="0"/>
          <a:chOff x="0" y="0"/>
          <a:chExt cx="0" cy="0"/>
        </a:xfrm>
      </p:grpSpPr>
      <p:sp>
        <p:nvSpPr>
          <p:cNvPr id="2" name="PlaceHolder 1"/>
          <p:cNvSpPr>
            <a:spLocks noGrp="1"/>
          </p:cNvSpPr>
          <p:nvPr>
            <p:ph type="ftr" idx="32"/>
          </p:nvPr>
        </p:nvSpPr>
        <p:spPr/>
        <p:txBody>
          <a:bodyPr/>
          <a:lstStyle/>
          <a:p>
            <a:r>
              <a:t>Footer</a:t>
            </a:r>
          </a:p>
        </p:txBody>
      </p:sp>
      <p:sp>
        <p:nvSpPr>
          <p:cNvPr id="3" name="PlaceHolder 2"/>
          <p:cNvSpPr>
            <a:spLocks noGrp="1"/>
          </p:cNvSpPr>
          <p:nvPr>
            <p:ph type="sldNum" idx="33"/>
          </p:nvPr>
        </p:nvSpPr>
        <p:spPr/>
        <p:txBody>
          <a:bodyPr/>
          <a:lstStyle/>
          <a:p>
            <a:fld id="{5AFBDAA8-A50C-4D12-9064-8BC62897E1EC}" type="slidenum">
              <a:t>‹#›</a:t>
            </a:fld>
            <a:endParaRPr/>
          </a:p>
        </p:txBody>
      </p:sp>
      <p:sp>
        <p:nvSpPr>
          <p:cNvPr id="4" name="PlaceHolder 3"/>
          <p:cNvSpPr>
            <a:spLocks noGrp="1"/>
          </p:cNvSpPr>
          <p:nvPr>
            <p:ph type="dt" idx="31"/>
          </p:nvPr>
        </p:nvSpPr>
        <p:spPr/>
        <p:txBody>
          <a:body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3.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4.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12.xml"/><Relationship Id="rId3" Type="http://schemas.openxmlformats.org/officeDocument/2006/relationships/slideLayout" Target="../slideLayouts/slideLayout7.xml"/><Relationship Id="rId7" Type="http://schemas.openxmlformats.org/officeDocument/2006/relationships/slideLayout" Target="../slideLayouts/slideLayout11.xml"/><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slideLayout" Target="../slideLayouts/slideLayout10.xml"/><Relationship Id="rId5" Type="http://schemas.openxmlformats.org/officeDocument/2006/relationships/slideLayout" Target="../slideLayouts/slideLayout9.xml"/><Relationship Id="rId4" Type="http://schemas.openxmlformats.org/officeDocument/2006/relationships/slideLayout" Target="../slideLayouts/slideLayout8.xml"/><Relationship Id="rId9"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13.xml"/></Relationships>
</file>

<file path=ppt/slideMasters/_rels/slideMaster6.xml.rels><?xml version="1.0" encoding="UTF-8" standalone="yes"?>
<Relationships xmlns="http://schemas.openxmlformats.org/package/2006/relationships"><Relationship Id="rId2" Type="http://schemas.openxmlformats.org/officeDocument/2006/relationships/theme" Target="../theme/theme6.xml"/><Relationship Id="rId1" Type="http://schemas.openxmlformats.org/officeDocument/2006/relationships/slideLayout" Target="../slideLayouts/slideLayout14.xml"/></Relationships>
</file>

<file path=ppt/slideMasters/_rels/slideMaster7.xml.rels><?xml version="1.0" encoding="UTF-8" standalone="yes"?>
<Relationships xmlns="http://schemas.openxmlformats.org/package/2006/relationships"><Relationship Id="rId2" Type="http://schemas.openxmlformats.org/officeDocument/2006/relationships/theme" Target="../theme/theme7.xml"/><Relationship Id="rId1" Type="http://schemas.openxmlformats.org/officeDocument/2006/relationships/slideLayout" Target="../slideLayouts/slideLayout15.xml"/></Relationships>
</file>

<file path=ppt/slideMasters/_rels/slideMaster8.xml.rels><?xml version="1.0" encoding="UTF-8" standalone="yes"?>
<Relationships xmlns="http://schemas.openxmlformats.org/package/2006/relationships"><Relationship Id="rId2" Type="http://schemas.openxmlformats.org/officeDocument/2006/relationships/theme" Target="../theme/theme8.xml"/><Relationship Id="rId1" Type="http://schemas.openxmlformats.org/officeDocument/2006/relationships/slideLayout" Target="../slideLayouts/slideLayout16.xml"/></Relationships>
</file>

<file path=ppt/slideMasters/_rels/slideMaster9.xml.rels><?xml version="1.0" encoding="UTF-8" standalone="yes"?>
<Relationships xmlns="http://schemas.openxmlformats.org/package/2006/relationships"><Relationship Id="rId2" Type="http://schemas.openxmlformats.org/officeDocument/2006/relationships/theme" Target="../theme/theme9.xml"/><Relationship Id="rId1" Type="http://schemas.openxmlformats.org/officeDocument/2006/relationships/slideLayout" Target="../slideLayouts/slideLayout17.xml"/></Relationships>
</file>

<file path=ppt/slideMasters/_rels/slideMaster10.xml.rels><?xml version="1.0" encoding="UTF-8" standalone="yes"?>
<Relationships xmlns="http://schemas.openxmlformats.org/package/2006/relationships"><Relationship Id="rId2" Type="http://schemas.openxmlformats.org/officeDocument/2006/relationships/theme" Target="../theme/theme10.xml"/><Relationship Id="rId1" Type="http://schemas.openxmlformats.org/officeDocument/2006/relationships/slideLayout" Target="../slideLayouts/slideLayout18.xml"/></Relationships>
</file>

<file path=ppt/slideMasters/_rels/slideMaster11.xml.rels><?xml version="1.0" encoding="UTF-8" standalone="yes"?>
<Relationships xmlns="http://schemas.openxmlformats.org/package/2006/relationships"><Relationship Id="rId2" Type="http://schemas.openxmlformats.org/officeDocument/2006/relationships/theme" Target="../theme/theme11.xml"/><Relationship Id="rId1"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PlaceHolder 1"/>
          <p:cNvSpPr>
            <a:spLocks noGrp="1"/>
          </p:cNvSpPr>
          <p:nvPr>
            <p:ph type="title"/>
          </p:nvPr>
        </p:nvSpPr>
        <p:spPr>
          <a:xfrm>
            <a:off x="685800" y="2130480"/>
            <a:ext cx="7772040" cy="1469520"/>
          </a:xfrm>
          <a:prstGeom prst="rect">
            <a:avLst/>
          </a:prstGeom>
          <a:noFill/>
          <a:ln w="0">
            <a:noFill/>
          </a:ln>
        </p:spPr>
        <p:txBody>
          <a:bodyPr lIns="91440" tIns="45720" rIns="91440" bIns="45720" anchor="ctr">
            <a:noAutofit/>
          </a:bodyPr>
          <a:lstStyle/>
          <a:p>
            <a:pPr indent="0" algn="ctr" defTabSz="457200">
              <a:lnSpc>
                <a:spcPct val="100000"/>
              </a:lnSpc>
              <a:buNone/>
            </a:pPr>
            <a:r>
              <a:rPr lang="en-US" sz="4400" b="0" u="none" strike="noStrike">
                <a:solidFill>
                  <a:schemeClr val="dk1"/>
                </a:solidFill>
                <a:uFillTx/>
                <a:latin typeface="Calibri"/>
              </a:rPr>
              <a:t>Click to edit Master title style</a:t>
            </a:r>
          </a:p>
        </p:txBody>
      </p:sp>
      <p:sp>
        <p:nvSpPr>
          <p:cNvPr id="6" name="PlaceHolder 2"/>
          <p:cNvSpPr>
            <a:spLocks noGrp="1"/>
          </p:cNvSpPr>
          <p:nvPr>
            <p:ph type="dt" idx="1"/>
          </p:nvPr>
        </p:nvSpPr>
        <p:spPr>
          <a:xfrm>
            <a:off x="457200" y="6356520"/>
            <a:ext cx="2133360" cy="364680"/>
          </a:xfrm>
          <a:prstGeom prst="rect">
            <a:avLst/>
          </a:prstGeom>
          <a:noFill/>
          <a:ln w="0">
            <a:noFill/>
          </a:ln>
        </p:spPr>
        <p:txBody>
          <a:bodyPr lIns="91440" tIns="45720" rIns="91440" bIns="45720" anchor="ctr">
            <a:noAutofit/>
          </a:bodyPr>
          <a:lstStyle>
            <a:lvl1pPr indent="0" defTabSz="457200">
              <a:lnSpc>
                <a:spcPct val="100000"/>
              </a:lnSpc>
              <a:buNone/>
              <a:defRPr lang="en-US" sz="1200" b="0" u="none" strike="noStrike">
                <a:solidFill>
                  <a:schemeClr val="dk1">
                    <a:tint val="75000"/>
                  </a:schemeClr>
                </a:solidFill>
                <a:uFillTx/>
                <a:latin typeface="Calibri"/>
              </a:defRPr>
            </a:lvl1pPr>
          </a:lstStyle>
          <a:p>
            <a:pPr indent="0" defTabSz="457200">
              <a:lnSpc>
                <a:spcPct val="100000"/>
              </a:lnSpc>
              <a:buNone/>
            </a:pPr>
            <a:r>
              <a:rPr lang="en-US" sz="1200" b="0" u="none" strike="noStrike">
                <a:solidFill>
                  <a:schemeClr val="dk1">
                    <a:tint val="75000"/>
                  </a:schemeClr>
                </a:solidFill>
                <a:uFillTx/>
                <a:latin typeface="Calibri"/>
              </a:rPr>
              <a:t>&lt;date/time&gt;</a:t>
            </a:r>
            <a:endParaRPr lang="en-IN" sz="1200" b="0" u="none" strike="noStrike">
              <a:solidFill>
                <a:srgbClr val="000000"/>
              </a:solidFill>
              <a:uFillTx/>
              <a:latin typeface="Times New Roman"/>
            </a:endParaRPr>
          </a:p>
        </p:txBody>
      </p:sp>
      <p:sp>
        <p:nvSpPr>
          <p:cNvPr id="2" name="PlaceHolder 3"/>
          <p:cNvSpPr>
            <a:spLocks noGrp="1"/>
          </p:cNvSpPr>
          <p:nvPr>
            <p:ph type="ftr" idx="2"/>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IN" sz="1400" b="0" u="none" strike="noStrike">
                <a:solidFill>
                  <a:srgbClr val="000000"/>
                </a:solidFill>
                <a:uFillTx/>
                <a:latin typeface="Times New Roman"/>
              </a:defRPr>
            </a:lvl1pPr>
          </a:lstStyle>
          <a:p>
            <a:pPr indent="0" algn="ctr">
              <a:buNone/>
            </a:pPr>
            <a:r>
              <a:rPr lang="en-IN" sz="1400" b="0" u="none" strike="noStrike">
                <a:solidFill>
                  <a:srgbClr val="000000"/>
                </a:solidFill>
                <a:uFillTx/>
                <a:latin typeface="Times New Roman"/>
              </a:rPr>
              <a:t>&lt;footer&gt;</a:t>
            </a:r>
          </a:p>
        </p:txBody>
      </p:sp>
      <p:sp>
        <p:nvSpPr>
          <p:cNvPr id="3" name="PlaceHolder 4"/>
          <p:cNvSpPr>
            <a:spLocks noGrp="1"/>
          </p:cNvSpPr>
          <p:nvPr>
            <p:ph type="sldNum" idx="3"/>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uFillTx/>
                <a:latin typeface="Calibri"/>
              </a:defRPr>
            </a:lvl1pPr>
          </a:lstStyle>
          <a:p>
            <a:pPr indent="0" algn="r" defTabSz="457200">
              <a:lnSpc>
                <a:spcPct val="100000"/>
              </a:lnSpc>
              <a:buNone/>
            </a:pPr>
            <a:fld id="{E1655ED3-DF0A-4583-BC22-65CCE7DBCA53}" type="slidenum">
              <a:rPr lang="en-US" sz="1200" b="0" u="none" strike="noStrike">
                <a:solidFill>
                  <a:schemeClr val="dk1">
                    <a:tint val="75000"/>
                  </a:schemeClr>
                </a:solidFill>
                <a:uFillTx/>
                <a:latin typeface="Calibri"/>
              </a:rPr>
              <a:t>‹#›</a:t>
            </a:fld>
            <a:endParaRPr lang="en-IN" sz="1200" b="0" u="none" strike="noStrike">
              <a:solidFill>
                <a:srgbClr val="000000"/>
              </a:solidFill>
              <a:uFillTx/>
              <a:latin typeface="Times New Roman"/>
            </a:endParaRPr>
          </a:p>
        </p:txBody>
      </p:sp>
      <p:sp>
        <p:nvSpPr>
          <p:cNvPr id="4" name="PlaceHolder 5"/>
          <p:cNvSpPr>
            <a:spLocks noGrp="1"/>
          </p:cNvSpPr>
          <p:nvPr>
            <p:ph type="body"/>
          </p:nvPr>
        </p:nvSpPr>
        <p:spPr>
          <a:xfrm>
            <a:off x="457200" y="1604520"/>
            <a:ext cx="8229240" cy="39772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3200" b="0" u="none" strike="noStrike">
                <a:solidFill>
                  <a:schemeClr val="dk1"/>
                </a:solidFill>
                <a:uFillTx/>
                <a:latin typeface="Calibri"/>
              </a:rPr>
              <a:t>Click to edit the outline text format</a:t>
            </a:r>
          </a:p>
          <a:p>
            <a:pPr marL="864000" lvl="1" indent="-324000">
              <a:spcBef>
                <a:spcPts val="1134"/>
              </a:spcBef>
              <a:buClr>
                <a:srgbClr val="000000"/>
              </a:buClr>
              <a:buSzPct val="75000"/>
              <a:buFont typeface="Symbol" charset="2"/>
              <a:buChar char=""/>
            </a:pPr>
            <a:r>
              <a:rPr lang="en-US" sz="2400" b="0" u="none" strike="noStrike">
                <a:solidFill>
                  <a:schemeClr val="dk1"/>
                </a:solidFill>
                <a:uFillTx/>
                <a:latin typeface="Calibri"/>
              </a:rPr>
              <a:t>Second Outline Level</a:t>
            </a:r>
          </a:p>
          <a:p>
            <a:pPr marL="1296000" lvl="2" indent="-288000">
              <a:spcBef>
                <a:spcPts val="850"/>
              </a:spcBef>
              <a:buClr>
                <a:srgbClr val="000000"/>
              </a:buClr>
              <a:buSzPct val="45000"/>
              <a:buFont typeface="Wingdings" charset="2"/>
              <a:buChar char=""/>
            </a:pPr>
            <a:r>
              <a:rPr lang="en-US" sz="2000" b="0" u="none" strike="noStrike">
                <a:solidFill>
                  <a:schemeClr val="dk1"/>
                </a:solidFill>
                <a:uFillTx/>
                <a:latin typeface="Calibri"/>
              </a:rPr>
              <a:t>Third Outline Level</a:t>
            </a:r>
          </a:p>
          <a:p>
            <a:pPr marL="1728000" lvl="3" indent="-216000">
              <a:spcBef>
                <a:spcPts val="567"/>
              </a:spcBef>
              <a:buClr>
                <a:srgbClr val="000000"/>
              </a:buClr>
              <a:buSzPct val="75000"/>
              <a:buFont typeface="Symbol" charset="2"/>
              <a:buChar char=""/>
            </a:pPr>
            <a:r>
              <a:rPr lang="en-US" sz="2000" b="0" u="none" strike="noStrike">
                <a:solidFill>
                  <a:schemeClr val="dk1"/>
                </a:solidFill>
                <a:uFillTx/>
                <a:latin typeface="Calibri"/>
              </a:rPr>
              <a:t>Fourth Outline Level</a:t>
            </a:r>
          </a:p>
          <a:p>
            <a:pPr marL="2160000" lvl="4" indent="-216000">
              <a:spcBef>
                <a:spcPts val="283"/>
              </a:spcBef>
              <a:buClr>
                <a:srgbClr val="000000"/>
              </a:buClr>
              <a:buSzPct val="45000"/>
              <a:buFont typeface="Wingdings" charset="2"/>
              <a:buChar char=""/>
            </a:pPr>
            <a:r>
              <a:rPr lang="en-US" sz="2000" b="0" u="none" strike="noStrike">
                <a:solidFill>
                  <a:schemeClr val="dk1"/>
                </a:solidFill>
                <a:uFillTx/>
                <a:latin typeface="Calibri"/>
              </a:rPr>
              <a:t>Fifth Outline Level</a:t>
            </a:r>
          </a:p>
          <a:p>
            <a:pPr marL="2592000" lvl="5" indent="-216000">
              <a:spcBef>
                <a:spcPts val="283"/>
              </a:spcBef>
              <a:buClr>
                <a:srgbClr val="000000"/>
              </a:buClr>
              <a:buSzPct val="45000"/>
              <a:buFont typeface="Wingdings" charset="2"/>
              <a:buChar char=""/>
            </a:pPr>
            <a:r>
              <a:rPr lang="en-US" sz="2000" b="0" u="none" strike="noStrike">
                <a:solidFill>
                  <a:schemeClr val="dk1"/>
                </a:solidFill>
                <a:uFillTx/>
                <a:latin typeface="Calibri"/>
              </a:rPr>
              <a:t>Sixth Outline Level</a:t>
            </a:r>
          </a:p>
          <a:p>
            <a:pPr marL="3024000" lvl="6" indent="-216000">
              <a:spcBef>
                <a:spcPts val="283"/>
              </a:spcBef>
              <a:buClr>
                <a:srgbClr val="000000"/>
              </a:buClr>
              <a:buSzPct val="45000"/>
              <a:buFont typeface="Wingdings" charset="2"/>
              <a:buChar char=""/>
            </a:pPr>
            <a:r>
              <a:rPr lang="en-US" sz="2000" b="0" u="none" strike="noStrike">
                <a:solidFill>
                  <a:schemeClr val="dk1"/>
                </a:solidFill>
                <a:uFillTx/>
                <a:latin typeface="Calibri"/>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p>
            <a:pPr indent="0" algn="ctr" defTabSz="457200">
              <a:lnSpc>
                <a:spcPct val="100000"/>
              </a:lnSpc>
              <a:buNone/>
            </a:pPr>
            <a:r>
              <a:rPr lang="en-US" sz="4400" b="0" u="none" strike="noStrike">
                <a:solidFill>
                  <a:schemeClr val="dk1"/>
                </a:solidFill>
                <a:uFillTx/>
                <a:latin typeface="Calibri"/>
              </a:rPr>
              <a:t>Click to edit Master title style</a:t>
            </a:r>
          </a:p>
        </p:txBody>
      </p:sp>
      <p:sp>
        <p:nvSpPr>
          <p:cNvPr id="10" name="PlaceHolder 2"/>
          <p:cNvSpPr>
            <a:spLocks noGrp="1"/>
          </p:cNvSpPr>
          <p:nvPr>
            <p:ph type="body"/>
          </p:nvPr>
        </p:nvSpPr>
        <p:spPr>
          <a:xfrm>
            <a:off x="457200" y="1600200"/>
            <a:ext cx="8229240" cy="4525560"/>
          </a:xfrm>
          <a:prstGeom prst="rect">
            <a:avLst/>
          </a:prstGeom>
          <a:noFill/>
          <a:ln w="0">
            <a:noFill/>
          </a:ln>
        </p:spPr>
        <p:txBody>
          <a:bodyPr vert="eaVert" lIns="91440" tIns="45720" rIns="91440" bIns="45720" anchor="t">
            <a:noAutofit/>
          </a:bodyPr>
          <a:lstStyle/>
          <a:p>
            <a:pPr marL="343080" indent="-343080" defTabSz="457200">
              <a:lnSpc>
                <a:spcPct val="100000"/>
              </a:lnSpc>
              <a:spcBef>
                <a:spcPts val="641"/>
              </a:spcBef>
              <a:buClr>
                <a:srgbClr val="000000"/>
              </a:buClr>
              <a:buFont typeface="Arial"/>
              <a:buChar char="•"/>
            </a:pPr>
            <a:r>
              <a:rPr lang="en-US" sz="3200" b="0" u="none" strike="noStrike">
                <a:solidFill>
                  <a:schemeClr val="dk1"/>
                </a:solidFill>
                <a:uFillTx/>
                <a:latin typeface="Calibri"/>
              </a:rPr>
              <a:t>Click to edit Master text styles</a:t>
            </a:r>
          </a:p>
          <a:p>
            <a:pPr marL="743040" lvl="1" indent="-285840" defTabSz="457200">
              <a:lnSpc>
                <a:spcPct val="100000"/>
              </a:lnSpc>
              <a:spcBef>
                <a:spcPts val="561"/>
              </a:spcBef>
              <a:buClr>
                <a:srgbClr val="000000"/>
              </a:buClr>
              <a:buFont typeface="Arial"/>
              <a:buChar char="–"/>
            </a:pPr>
            <a:r>
              <a:rPr lang="en-US" sz="2800" b="0" u="none" strike="noStrike">
                <a:solidFill>
                  <a:schemeClr val="dk1"/>
                </a:solidFill>
                <a:uFillTx/>
                <a:latin typeface="Calibri"/>
              </a:rPr>
              <a:t>Second level</a:t>
            </a:r>
          </a:p>
          <a:p>
            <a:pPr marL="1143000" lvl="2" indent="-228600" defTabSz="457200">
              <a:lnSpc>
                <a:spcPct val="100000"/>
              </a:lnSpc>
              <a:spcBef>
                <a:spcPts val="479"/>
              </a:spcBef>
              <a:buClr>
                <a:srgbClr val="000000"/>
              </a:buClr>
              <a:buFont typeface="Arial"/>
              <a:buChar char="•"/>
            </a:pPr>
            <a:r>
              <a:rPr lang="en-US" sz="2400" b="0" u="none" strike="noStrike">
                <a:solidFill>
                  <a:schemeClr val="dk1"/>
                </a:solidFill>
                <a:uFillTx/>
                <a:latin typeface="Calibri"/>
              </a:rPr>
              <a:t>Third level</a:t>
            </a:r>
          </a:p>
          <a:p>
            <a:pPr marL="1600200" lvl="3" indent="-228600" defTabSz="457200">
              <a:lnSpc>
                <a:spcPct val="100000"/>
              </a:lnSpc>
              <a:spcBef>
                <a:spcPts val="400"/>
              </a:spcBef>
              <a:buClr>
                <a:srgbClr val="000000"/>
              </a:buClr>
              <a:buFont typeface="Arial"/>
              <a:buChar char="–"/>
            </a:pPr>
            <a:r>
              <a:rPr lang="en-US" sz="2000" b="0" u="none" strike="noStrike">
                <a:solidFill>
                  <a:schemeClr val="dk1"/>
                </a:solidFill>
                <a:uFillTx/>
                <a:latin typeface="Calibri"/>
              </a:rPr>
              <a:t>Fourth level</a:t>
            </a:r>
          </a:p>
          <a:p>
            <a:pPr marL="2057400" lvl="4" indent="-228600" defTabSz="457200">
              <a:lnSpc>
                <a:spcPct val="100000"/>
              </a:lnSpc>
              <a:spcBef>
                <a:spcPts val="400"/>
              </a:spcBef>
              <a:buClr>
                <a:srgbClr val="000000"/>
              </a:buClr>
              <a:buFont typeface="Arial"/>
              <a:buChar char="»"/>
            </a:pPr>
            <a:r>
              <a:rPr lang="en-US" sz="2000" b="0" u="none" strike="noStrike">
                <a:solidFill>
                  <a:schemeClr val="dk1"/>
                </a:solidFill>
                <a:uFillTx/>
                <a:latin typeface="Calibri"/>
              </a:rPr>
              <a:t>Fifth level</a:t>
            </a:r>
          </a:p>
        </p:txBody>
      </p:sp>
      <p:sp>
        <p:nvSpPr>
          <p:cNvPr id="11" name="PlaceHolder 3"/>
          <p:cNvSpPr>
            <a:spLocks noGrp="1"/>
          </p:cNvSpPr>
          <p:nvPr>
            <p:ph type="dt" idx="4"/>
          </p:nvPr>
        </p:nvSpPr>
        <p:spPr>
          <a:xfrm>
            <a:off x="457200" y="6356520"/>
            <a:ext cx="2133360" cy="364680"/>
          </a:xfrm>
          <a:prstGeom prst="rect">
            <a:avLst/>
          </a:prstGeom>
          <a:noFill/>
          <a:ln w="0">
            <a:noFill/>
          </a:ln>
        </p:spPr>
        <p:txBody>
          <a:bodyPr lIns="91440" tIns="45720" rIns="91440" bIns="45720" anchor="ctr">
            <a:noAutofit/>
          </a:bodyPr>
          <a:lstStyle>
            <a:lvl1pPr indent="0" defTabSz="457200">
              <a:lnSpc>
                <a:spcPct val="100000"/>
              </a:lnSpc>
              <a:buNone/>
              <a:defRPr lang="en-US" sz="1200" b="0" u="none" strike="noStrike">
                <a:solidFill>
                  <a:schemeClr val="dk1">
                    <a:tint val="75000"/>
                  </a:schemeClr>
                </a:solidFill>
                <a:uFillTx/>
                <a:latin typeface="Calibri"/>
              </a:defRPr>
            </a:lvl1pPr>
          </a:lstStyle>
          <a:p>
            <a:pPr indent="0" defTabSz="457200">
              <a:lnSpc>
                <a:spcPct val="100000"/>
              </a:lnSpc>
              <a:buNone/>
            </a:pPr>
            <a:r>
              <a:rPr lang="en-US" sz="1200" b="0" u="none" strike="noStrike">
                <a:solidFill>
                  <a:schemeClr val="dk1">
                    <a:tint val="75000"/>
                  </a:schemeClr>
                </a:solidFill>
                <a:uFillTx/>
                <a:latin typeface="Calibri"/>
              </a:rPr>
              <a:t> </a:t>
            </a:r>
            <a:endParaRPr lang="en-IN" sz="1200" b="0" u="none" strike="noStrike">
              <a:solidFill>
                <a:srgbClr val="000000"/>
              </a:solidFill>
              <a:uFillTx/>
              <a:latin typeface="Times New Roman"/>
            </a:endParaRPr>
          </a:p>
        </p:txBody>
      </p:sp>
      <p:sp>
        <p:nvSpPr>
          <p:cNvPr id="12" name="PlaceHolder 4"/>
          <p:cNvSpPr>
            <a:spLocks noGrp="1"/>
          </p:cNvSpPr>
          <p:nvPr>
            <p:ph type="ftr" idx="5"/>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IN" sz="1400" b="0" u="none" strike="noStrike">
                <a:solidFill>
                  <a:srgbClr val="000000"/>
                </a:solidFill>
                <a:uFillTx/>
                <a:latin typeface="Times New Roman"/>
              </a:defRPr>
            </a:lvl1pPr>
          </a:lstStyle>
          <a:p>
            <a:pPr indent="0" algn="ctr">
              <a:buNone/>
            </a:pPr>
            <a:r>
              <a:rPr lang="en-IN" sz="1400" b="0" u="none" strike="noStrike">
                <a:solidFill>
                  <a:srgbClr val="000000"/>
                </a:solidFill>
                <a:uFillTx/>
                <a:latin typeface="Times New Roman"/>
              </a:rPr>
              <a:t> </a:t>
            </a:r>
          </a:p>
        </p:txBody>
      </p:sp>
      <p:sp>
        <p:nvSpPr>
          <p:cNvPr id="13" name="PlaceHolder 5"/>
          <p:cNvSpPr>
            <a:spLocks noGrp="1"/>
          </p:cNvSpPr>
          <p:nvPr>
            <p:ph type="sldNum" idx="6"/>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uFillTx/>
                <a:latin typeface="Calibri"/>
              </a:defRPr>
            </a:lvl1pPr>
          </a:lstStyle>
          <a:p>
            <a:pPr indent="0" algn="r" defTabSz="457200">
              <a:lnSpc>
                <a:spcPct val="100000"/>
              </a:lnSpc>
              <a:buNone/>
            </a:pPr>
            <a:fld id="{72F3F2C4-F2E9-498C-9986-3AABB42510E1}" type="slidenum">
              <a:rPr lang="en-US" sz="1200" b="0" u="none" strike="noStrike">
                <a:solidFill>
                  <a:schemeClr val="dk1">
                    <a:tint val="75000"/>
                  </a:schemeClr>
                </a:solidFill>
                <a:uFillTx/>
                <a:latin typeface="Calibri"/>
              </a:rPr>
              <a:t>‹#›</a:t>
            </a:fld>
            <a:endParaRPr lang="en-IN" sz="1200" b="0" u="none" strike="noStrike">
              <a:solidFill>
                <a:srgbClr val="000000"/>
              </a:solidFill>
              <a:uFillTx/>
              <a:latin typeface="Times New Roman"/>
            </a:endParaRPr>
          </a:p>
        </p:txBody>
      </p:sp>
    </p:spTree>
  </p:cSld>
  <p:clrMap bg1="lt1" tx1="dk1" bg2="lt2" tx2="dk2" accent1="accent1" accent2="accent2" accent3="accent3" accent4="accent4" accent5="accent5" accent6="accent6" hlink="hlink" folHlink="folHlink"/>
  <p:sldLayoutIdLst>
    <p:sldLayoutId id="2147483652"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PlaceHolder 1"/>
          <p:cNvSpPr>
            <a:spLocks noGrp="1"/>
          </p:cNvSpPr>
          <p:nvPr>
            <p:ph type="title"/>
          </p:nvPr>
        </p:nvSpPr>
        <p:spPr>
          <a:xfrm>
            <a:off x="6629400" y="274680"/>
            <a:ext cx="2057040" cy="5851080"/>
          </a:xfrm>
          <a:prstGeom prst="rect">
            <a:avLst/>
          </a:prstGeom>
          <a:noFill/>
          <a:ln w="0">
            <a:noFill/>
          </a:ln>
        </p:spPr>
        <p:txBody>
          <a:bodyPr vert="eaVert" lIns="91440" tIns="45720" rIns="91440" bIns="45720" anchor="ctr">
            <a:noAutofit/>
          </a:bodyPr>
          <a:lstStyle/>
          <a:p>
            <a:pPr indent="0" algn="ctr" defTabSz="457200">
              <a:lnSpc>
                <a:spcPct val="100000"/>
              </a:lnSpc>
              <a:buNone/>
            </a:pPr>
            <a:r>
              <a:rPr lang="en-US" sz="4400" b="0" u="none" strike="noStrike">
                <a:solidFill>
                  <a:schemeClr val="dk1"/>
                </a:solidFill>
                <a:uFillTx/>
                <a:latin typeface="Calibri"/>
              </a:rPr>
              <a:t>Click to edit Master title style</a:t>
            </a:r>
          </a:p>
        </p:txBody>
      </p:sp>
      <p:sp>
        <p:nvSpPr>
          <p:cNvPr id="15" name="PlaceHolder 2"/>
          <p:cNvSpPr>
            <a:spLocks noGrp="1"/>
          </p:cNvSpPr>
          <p:nvPr>
            <p:ph type="body"/>
          </p:nvPr>
        </p:nvSpPr>
        <p:spPr>
          <a:xfrm>
            <a:off x="457200" y="274680"/>
            <a:ext cx="6019560" cy="5851080"/>
          </a:xfrm>
          <a:prstGeom prst="rect">
            <a:avLst/>
          </a:prstGeom>
          <a:noFill/>
          <a:ln w="0">
            <a:noFill/>
          </a:ln>
        </p:spPr>
        <p:txBody>
          <a:bodyPr vert="eaVert" lIns="91440" tIns="45720" rIns="91440" bIns="45720" anchor="t">
            <a:noAutofit/>
          </a:bodyPr>
          <a:lstStyle/>
          <a:p>
            <a:pPr marL="343080" indent="-343080" defTabSz="457200">
              <a:lnSpc>
                <a:spcPct val="100000"/>
              </a:lnSpc>
              <a:spcBef>
                <a:spcPts val="641"/>
              </a:spcBef>
              <a:buClr>
                <a:srgbClr val="000000"/>
              </a:buClr>
              <a:buFont typeface="Arial"/>
              <a:buChar char="•"/>
            </a:pPr>
            <a:r>
              <a:rPr lang="en-US" sz="3200" b="0" u="none" strike="noStrike">
                <a:solidFill>
                  <a:schemeClr val="dk1"/>
                </a:solidFill>
                <a:uFillTx/>
                <a:latin typeface="Calibri"/>
              </a:rPr>
              <a:t>Click to edit Master text styles</a:t>
            </a:r>
          </a:p>
          <a:p>
            <a:pPr marL="743040" lvl="1" indent="-285840" defTabSz="457200">
              <a:lnSpc>
                <a:spcPct val="100000"/>
              </a:lnSpc>
              <a:spcBef>
                <a:spcPts val="561"/>
              </a:spcBef>
              <a:buClr>
                <a:srgbClr val="000000"/>
              </a:buClr>
              <a:buFont typeface="Arial"/>
              <a:buChar char="–"/>
            </a:pPr>
            <a:r>
              <a:rPr lang="en-US" sz="2800" b="0" u="none" strike="noStrike">
                <a:solidFill>
                  <a:schemeClr val="dk1"/>
                </a:solidFill>
                <a:uFillTx/>
                <a:latin typeface="Calibri"/>
              </a:rPr>
              <a:t>Second level</a:t>
            </a:r>
          </a:p>
          <a:p>
            <a:pPr marL="1143000" lvl="2" indent="-228600" defTabSz="457200">
              <a:lnSpc>
                <a:spcPct val="100000"/>
              </a:lnSpc>
              <a:spcBef>
                <a:spcPts val="479"/>
              </a:spcBef>
              <a:buClr>
                <a:srgbClr val="000000"/>
              </a:buClr>
              <a:buFont typeface="Arial"/>
              <a:buChar char="•"/>
            </a:pPr>
            <a:r>
              <a:rPr lang="en-US" sz="2400" b="0" u="none" strike="noStrike">
                <a:solidFill>
                  <a:schemeClr val="dk1"/>
                </a:solidFill>
                <a:uFillTx/>
                <a:latin typeface="Calibri"/>
              </a:rPr>
              <a:t>Third level</a:t>
            </a:r>
          </a:p>
          <a:p>
            <a:pPr marL="1600200" lvl="3" indent="-228600" defTabSz="457200">
              <a:lnSpc>
                <a:spcPct val="100000"/>
              </a:lnSpc>
              <a:spcBef>
                <a:spcPts val="400"/>
              </a:spcBef>
              <a:buClr>
                <a:srgbClr val="000000"/>
              </a:buClr>
              <a:buFont typeface="Arial"/>
              <a:buChar char="–"/>
            </a:pPr>
            <a:r>
              <a:rPr lang="en-US" sz="2000" b="0" u="none" strike="noStrike">
                <a:solidFill>
                  <a:schemeClr val="dk1"/>
                </a:solidFill>
                <a:uFillTx/>
                <a:latin typeface="Calibri"/>
              </a:rPr>
              <a:t>Fourth level</a:t>
            </a:r>
          </a:p>
          <a:p>
            <a:pPr marL="2057400" lvl="4" indent="-228600" defTabSz="457200">
              <a:lnSpc>
                <a:spcPct val="100000"/>
              </a:lnSpc>
              <a:spcBef>
                <a:spcPts val="400"/>
              </a:spcBef>
              <a:buClr>
                <a:srgbClr val="000000"/>
              </a:buClr>
              <a:buFont typeface="Arial"/>
              <a:buChar char="»"/>
            </a:pPr>
            <a:r>
              <a:rPr lang="en-US" sz="2000" b="0" u="none" strike="noStrike">
                <a:solidFill>
                  <a:schemeClr val="dk1"/>
                </a:solidFill>
                <a:uFillTx/>
                <a:latin typeface="Calibri"/>
              </a:rPr>
              <a:t>Fifth level</a:t>
            </a:r>
          </a:p>
        </p:txBody>
      </p:sp>
      <p:sp>
        <p:nvSpPr>
          <p:cNvPr id="16" name="PlaceHolder 3"/>
          <p:cNvSpPr>
            <a:spLocks noGrp="1"/>
          </p:cNvSpPr>
          <p:nvPr>
            <p:ph type="dt" idx="7"/>
          </p:nvPr>
        </p:nvSpPr>
        <p:spPr>
          <a:xfrm>
            <a:off x="457200" y="6356520"/>
            <a:ext cx="2133360" cy="364680"/>
          </a:xfrm>
          <a:prstGeom prst="rect">
            <a:avLst/>
          </a:prstGeom>
          <a:noFill/>
          <a:ln w="0">
            <a:noFill/>
          </a:ln>
        </p:spPr>
        <p:txBody>
          <a:bodyPr lIns="91440" tIns="45720" rIns="91440" bIns="45720" anchor="ctr">
            <a:noAutofit/>
          </a:bodyPr>
          <a:lstStyle>
            <a:lvl1pPr indent="0" defTabSz="457200">
              <a:lnSpc>
                <a:spcPct val="100000"/>
              </a:lnSpc>
              <a:buNone/>
              <a:defRPr lang="en-US" sz="1200" b="0" u="none" strike="noStrike">
                <a:solidFill>
                  <a:schemeClr val="dk1">
                    <a:tint val="75000"/>
                  </a:schemeClr>
                </a:solidFill>
                <a:uFillTx/>
                <a:latin typeface="Calibri"/>
              </a:defRPr>
            </a:lvl1pPr>
          </a:lstStyle>
          <a:p>
            <a:pPr indent="0" defTabSz="457200">
              <a:lnSpc>
                <a:spcPct val="100000"/>
              </a:lnSpc>
              <a:buNone/>
            </a:pPr>
            <a:r>
              <a:rPr lang="en-US" sz="1200" b="0" u="none" strike="noStrike">
                <a:solidFill>
                  <a:schemeClr val="dk1">
                    <a:tint val="75000"/>
                  </a:schemeClr>
                </a:solidFill>
                <a:uFillTx/>
                <a:latin typeface="Calibri"/>
              </a:rPr>
              <a:t> </a:t>
            </a:r>
            <a:endParaRPr lang="en-IN" sz="1200" b="0" u="none" strike="noStrike">
              <a:solidFill>
                <a:srgbClr val="000000"/>
              </a:solidFill>
              <a:uFillTx/>
              <a:latin typeface="Times New Roman"/>
            </a:endParaRPr>
          </a:p>
        </p:txBody>
      </p:sp>
      <p:sp>
        <p:nvSpPr>
          <p:cNvPr id="17" name="PlaceHolder 4"/>
          <p:cNvSpPr>
            <a:spLocks noGrp="1"/>
          </p:cNvSpPr>
          <p:nvPr>
            <p:ph type="ftr" idx="8"/>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IN" sz="1400" b="0" u="none" strike="noStrike">
                <a:solidFill>
                  <a:srgbClr val="000000"/>
                </a:solidFill>
                <a:uFillTx/>
                <a:latin typeface="Times New Roman"/>
              </a:defRPr>
            </a:lvl1pPr>
          </a:lstStyle>
          <a:p>
            <a:pPr indent="0" algn="ctr">
              <a:buNone/>
            </a:pPr>
            <a:r>
              <a:rPr lang="en-IN" sz="1400" b="0" u="none" strike="noStrike">
                <a:solidFill>
                  <a:srgbClr val="000000"/>
                </a:solidFill>
                <a:uFillTx/>
                <a:latin typeface="Times New Roman"/>
              </a:rPr>
              <a:t> </a:t>
            </a:r>
          </a:p>
        </p:txBody>
      </p:sp>
      <p:sp>
        <p:nvSpPr>
          <p:cNvPr id="18" name="PlaceHolder 5"/>
          <p:cNvSpPr>
            <a:spLocks noGrp="1"/>
          </p:cNvSpPr>
          <p:nvPr>
            <p:ph type="sldNum" idx="9"/>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uFillTx/>
                <a:latin typeface="Calibri"/>
              </a:defRPr>
            </a:lvl1pPr>
          </a:lstStyle>
          <a:p>
            <a:pPr indent="0" algn="r" defTabSz="457200">
              <a:lnSpc>
                <a:spcPct val="100000"/>
              </a:lnSpc>
              <a:buNone/>
            </a:pPr>
            <a:fld id="{714CD40B-6B7B-448C-9F1E-66F334634BBB}" type="slidenum">
              <a:rPr lang="en-US" sz="1200" b="0" u="none" strike="noStrike">
                <a:solidFill>
                  <a:schemeClr val="dk1">
                    <a:tint val="75000"/>
                  </a:schemeClr>
                </a:solidFill>
                <a:uFillTx/>
                <a:latin typeface="Calibri"/>
              </a:rPr>
              <a:t>‹#›</a:t>
            </a:fld>
            <a:endParaRPr lang="en-IN" sz="1200" b="0" u="none" strike="noStrike">
              <a:solidFill>
                <a:srgbClr val="000000"/>
              </a:solidFill>
              <a:uFillTx/>
              <a:latin typeface="Times New Roman"/>
            </a:endParaRPr>
          </a:p>
        </p:txBody>
      </p:sp>
    </p:spTree>
  </p:cSld>
  <p:clrMap bg1="lt1" tx1="dk1" bg2="lt2" tx2="dk2" accent1="accent1" accent2="accent2" accent3="accent3" accent4="accent4" accent5="accent5" accent6="accent6" hlink="hlink" folHlink="folHlink"/>
  <p:sldLayoutIdLst>
    <p:sldLayoutId id="2147483654"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p>
            <a:pPr indent="0" algn="ctr" defTabSz="457200">
              <a:lnSpc>
                <a:spcPct val="100000"/>
              </a:lnSpc>
              <a:buNone/>
            </a:pPr>
            <a:r>
              <a:rPr lang="en-US" sz="4400" b="0" u="none" strike="noStrike">
                <a:solidFill>
                  <a:schemeClr val="dk1"/>
                </a:solidFill>
                <a:uFillTx/>
                <a:latin typeface="Calibri"/>
              </a:rPr>
              <a:t>Click to edit Master title style</a:t>
            </a:r>
          </a:p>
        </p:txBody>
      </p:sp>
      <p:sp>
        <p:nvSpPr>
          <p:cNvPr id="20" name="PlaceHolder 2"/>
          <p:cNvSpPr>
            <a:spLocks noGrp="1"/>
          </p:cNvSpPr>
          <p:nvPr>
            <p:ph type="body"/>
          </p:nvPr>
        </p:nvSpPr>
        <p:spPr>
          <a:xfrm>
            <a:off x="457200" y="1600200"/>
            <a:ext cx="8229240" cy="4525560"/>
          </a:xfrm>
          <a:prstGeom prst="rect">
            <a:avLst/>
          </a:prstGeom>
          <a:noFill/>
          <a:ln w="0">
            <a:noFill/>
          </a:ln>
        </p:spPr>
        <p:txBody>
          <a:bodyPr lIns="91440" tIns="45720" rIns="91440" bIns="45720" anchor="t">
            <a:noAutofit/>
          </a:bodyPr>
          <a:lstStyle/>
          <a:p>
            <a:pPr marL="343080" indent="-343080" defTabSz="457200">
              <a:lnSpc>
                <a:spcPct val="100000"/>
              </a:lnSpc>
              <a:spcBef>
                <a:spcPts val="641"/>
              </a:spcBef>
              <a:buClr>
                <a:srgbClr val="000000"/>
              </a:buClr>
              <a:buFont typeface="Arial"/>
              <a:buChar char="•"/>
            </a:pPr>
            <a:r>
              <a:rPr lang="en-US" sz="3200" b="0" u="none" strike="noStrike">
                <a:solidFill>
                  <a:schemeClr val="dk1"/>
                </a:solidFill>
                <a:uFillTx/>
                <a:latin typeface="Calibri"/>
              </a:rPr>
              <a:t>Click to edit Master text styles</a:t>
            </a:r>
          </a:p>
          <a:p>
            <a:pPr marL="743040" lvl="1" indent="-285840" defTabSz="457200">
              <a:lnSpc>
                <a:spcPct val="100000"/>
              </a:lnSpc>
              <a:spcBef>
                <a:spcPts val="561"/>
              </a:spcBef>
              <a:buClr>
                <a:srgbClr val="000000"/>
              </a:buClr>
              <a:buFont typeface="Arial"/>
              <a:buChar char="–"/>
            </a:pPr>
            <a:r>
              <a:rPr lang="en-US" sz="2800" b="0" u="none" strike="noStrike">
                <a:solidFill>
                  <a:schemeClr val="dk1"/>
                </a:solidFill>
                <a:uFillTx/>
                <a:latin typeface="Calibri"/>
              </a:rPr>
              <a:t>Second level</a:t>
            </a:r>
          </a:p>
          <a:p>
            <a:pPr marL="1143000" lvl="2" indent="-228600" defTabSz="457200">
              <a:lnSpc>
                <a:spcPct val="100000"/>
              </a:lnSpc>
              <a:spcBef>
                <a:spcPts val="479"/>
              </a:spcBef>
              <a:buClr>
                <a:srgbClr val="000000"/>
              </a:buClr>
              <a:buFont typeface="Arial"/>
              <a:buChar char="•"/>
            </a:pPr>
            <a:r>
              <a:rPr lang="en-US" sz="2400" b="0" u="none" strike="noStrike">
                <a:solidFill>
                  <a:schemeClr val="dk1"/>
                </a:solidFill>
                <a:uFillTx/>
                <a:latin typeface="Calibri"/>
              </a:rPr>
              <a:t>Third level</a:t>
            </a:r>
          </a:p>
          <a:p>
            <a:pPr marL="1600200" lvl="3" indent="-228600" defTabSz="457200">
              <a:lnSpc>
                <a:spcPct val="100000"/>
              </a:lnSpc>
              <a:spcBef>
                <a:spcPts val="400"/>
              </a:spcBef>
              <a:buClr>
                <a:srgbClr val="000000"/>
              </a:buClr>
              <a:buFont typeface="Arial"/>
              <a:buChar char="–"/>
            </a:pPr>
            <a:r>
              <a:rPr lang="en-US" sz="2000" b="0" u="none" strike="noStrike">
                <a:solidFill>
                  <a:schemeClr val="dk1"/>
                </a:solidFill>
                <a:uFillTx/>
                <a:latin typeface="Calibri"/>
              </a:rPr>
              <a:t>Fourth level</a:t>
            </a:r>
          </a:p>
          <a:p>
            <a:pPr marL="2057400" lvl="4" indent="-228600" defTabSz="457200">
              <a:lnSpc>
                <a:spcPct val="100000"/>
              </a:lnSpc>
              <a:spcBef>
                <a:spcPts val="400"/>
              </a:spcBef>
              <a:buClr>
                <a:srgbClr val="000000"/>
              </a:buClr>
              <a:buFont typeface="Arial"/>
              <a:buChar char="»"/>
            </a:pPr>
            <a:r>
              <a:rPr lang="en-US" sz="2000" b="0" u="none" strike="noStrike">
                <a:solidFill>
                  <a:schemeClr val="dk1"/>
                </a:solidFill>
                <a:uFillTx/>
                <a:latin typeface="Calibri"/>
              </a:rPr>
              <a:t>Fifth level</a:t>
            </a:r>
          </a:p>
        </p:txBody>
      </p:sp>
      <p:sp>
        <p:nvSpPr>
          <p:cNvPr id="21" name="PlaceHolder 3"/>
          <p:cNvSpPr>
            <a:spLocks noGrp="1"/>
          </p:cNvSpPr>
          <p:nvPr>
            <p:ph type="dt" idx="10"/>
          </p:nvPr>
        </p:nvSpPr>
        <p:spPr>
          <a:xfrm>
            <a:off x="457200" y="6356520"/>
            <a:ext cx="2133360" cy="364680"/>
          </a:xfrm>
          <a:prstGeom prst="rect">
            <a:avLst/>
          </a:prstGeom>
          <a:noFill/>
          <a:ln w="0">
            <a:noFill/>
          </a:ln>
        </p:spPr>
        <p:txBody>
          <a:bodyPr lIns="91440" tIns="45720" rIns="91440" bIns="45720" anchor="ctr">
            <a:noAutofit/>
          </a:bodyPr>
          <a:lstStyle>
            <a:lvl1pPr indent="0" defTabSz="457200">
              <a:lnSpc>
                <a:spcPct val="100000"/>
              </a:lnSpc>
              <a:buNone/>
              <a:defRPr lang="en-US" sz="1200" b="0" u="none" strike="noStrike">
                <a:solidFill>
                  <a:schemeClr val="dk1">
                    <a:tint val="75000"/>
                  </a:schemeClr>
                </a:solidFill>
                <a:uFillTx/>
                <a:latin typeface="Calibri"/>
              </a:defRPr>
            </a:lvl1pPr>
          </a:lstStyle>
          <a:p>
            <a:pPr indent="0" defTabSz="457200">
              <a:lnSpc>
                <a:spcPct val="100000"/>
              </a:lnSpc>
              <a:buNone/>
            </a:pPr>
            <a:r>
              <a:rPr lang="en-US" sz="1200" b="0" u="none" strike="noStrike">
                <a:solidFill>
                  <a:schemeClr val="dk1">
                    <a:tint val="75000"/>
                  </a:schemeClr>
                </a:solidFill>
                <a:uFillTx/>
                <a:latin typeface="Calibri"/>
              </a:rPr>
              <a:t> </a:t>
            </a:r>
            <a:endParaRPr lang="en-IN" sz="1200" b="0" u="none" strike="noStrike">
              <a:solidFill>
                <a:srgbClr val="000000"/>
              </a:solidFill>
              <a:uFillTx/>
              <a:latin typeface="Times New Roman"/>
            </a:endParaRPr>
          </a:p>
        </p:txBody>
      </p:sp>
      <p:sp>
        <p:nvSpPr>
          <p:cNvPr id="22" name="PlaceHolder 4"/>
          <p:cNvSpPr>
            <a:spLocks noGrp="1"/>
          </p:cNvSpPr>
          <p:nvPr>
            <p:ph type="ftr" idx="11"/>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IN" sz="1400" b="0" u="none" strike="noStrike">
                <a:solidFill>
                  <a:srgbClr val="000000"/>
                </a:solidFill>
                <a:uFillTx/>
                <a:latin typeface="Times New Roman"/>
              </a:defRPr>
            </a:lvl1pPr>
          </a:lstStyle>
          <a:p>
            <a:pPr indent="0" algn="ctr">
              <a:buNone/>
            </a:pPr>
            <a:r>
              <a:rPr lang="en-IN" sz="1400" b="0" u="none" strike="noStrike">
                <a:solidFill>
                  <a:srgbClr val="000000"/>
                </a:solidFill>
                <a:uFillTx/>
                <a:latin typeface="Times New Roman"/>
              </a:rPr>
              <a:t> </a:t>
            </a:r>
          </a:p>
        </p:txBody>
      </p:sp>
      <p:sp>
        <p:nvSpPr>
          <p:cNvPr id="23" name="PlaceHolder 5"/>
          <p:cNvSpPr>
            <a:spLocks noGrp="1"/>
          </p:cNvSpPr>
          <p:nvPr>
            <p:ph type="sldNum" idx="12"/>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uFillTx/>
                <a:latin typeface="Calibri"/>
              </a:defRPr>
            </a:lvl1pPr>
          </a:lstStyle>
          <a:p>
            <a:pPr indent="0" algn="r" defTabSz="457200">
              <a:lnSpc>
                <a:spcPct val="100000"/>
              </a:lnSpc>
              <a:buNone/>
            </a:pPr>
            <a:fld id="{06D8106E-6299-41AC-8B20-583EC1066FB2}" type="slidenum">
              <a:rPr lang="en-US" sz="1200" b="0" u="none" strike="noStrike">
                <a:solidFill>
                  <a:schemeClr val="dk1">
                    <a:tint val="75000"/>
                  </a:schemeClr>
                </a:solidFill>
                <a:uFillTx/>
                <a:latin typeface="Calibri"/>
              </a:rPr>
              <a:t>‹#›</a:t>
            </a:fld>
            <a:endParaRPr lang="en-IN" sz="1200" b="0" u="none" strike="noStrike">
              <a:solidFill>
                <a:srgbClr val="000000"/>
              </a:solidFill>
              <a:uFillTx/>
              <a:latin typeface="Times New Roman"/>
            </a:endParaRPr>
          </a:p>
        </p:txBody>
      </p:sp>
    </p:spTree>
  </p:cSld>
  <p:clrMap bg1="lt1" tx1="dk1" bg2="lt2" tx2="dk2" accent1="accent1" accent2="accent2" accent3="accent3" accent4="accent4" accent5="accent5" accent6="accent6" hlink="hlink" folHlink="folHlink"/>
  <p:sldLayoutIdLst>
    <p:sldLayoutId id="2147483656" r:id="rId1"/>
    <p:sldLayoutId id="2147483657" r:id="rId2"/>
    <p:sldLayoutId id="2147483658" r:id="rId3"/>
    <p:sldLayoutId id="2147483659" r:id="rId4"/>
    <p:sldLayoutId id="2147483660" r:id="rId5"/>
    <p:sldLayoutId id="2147483661" r:id="rId6"/>
    <p:sldLayoutId id="2147483662" r:id="rId7"/>
    <p:sldLayoutId id="2147483663" r:id="rId8"/>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4" name="PlaceHolder 1"/>
          <p:cNvSpPr>
            <a:spLocks noGrp="1"/>
          </p:cNvSpPr>
          <p:nvPr>
            <p:ph type="title"/>
          </p:nvPr>
        </p:nvSpPr>
        <p:spPr>
          <a:xfrm>
            <a:off x="722160" y="4406760"/>
            <a:ext cx="7772040" cy="1361880"/>
          </a:xfrm>
          <a:prstGeom prst="rect">
            <a:avLst/>
          </a:prstGeom>
          <a:noFill/>
          <a:ln w="0">
            <a:noFill/>
          </a:ln>
        </p:spPr>
        <p:txBody>
          <a:bodyPr lIns="91440" tIns="45720" rIns="91440" bIns="45720" anchor="t">
            <a:noAutofit/>
          </a:bodyPr>
          <a:lstStyle/>
          <a:p>
            <a:pPr indent="0" defTabSz="457200">
              <a:lnSpc>
                <a:spcPct val="100000"/>
              </a:lnSpc>
              <a:buNone/>
            </a:pPr>
            <a:r>
              <a:rPr lang="en-US" sz="4000" b="1" u="none" strike="noStrike" cap="all">
                <a:solidFill>
                  <a:schemeClr val="dk1"/>
                </a:solidFill>
                <a:uFillTx/>
                <a:latin typeface="Calibri"/>
              </a:rPr>
              <a:t>Click to edit Master title style</a:t>
            </a:r>
            <a:endParaRPr lang="en-US" sz="4000" b="0" u="none" strike="noStrike">
              <a:solidFill>
                <a:schemeClr val="dk1"/>
              </a:solidFill>
              <a:uFillTx/>
              <a:latin typeface="Calibri"/>
            </a:endParaRPr>
          </a:p>
        </p:txBody>
      </p:sp>
      <p:sp>
        <p:nvSpPr>
          <p:cNvPr id="35" name="PlaceHolder 2"/>
          <p:cNvSpPr>
            <a:spLocks noGrp="1"/>
          </p:cNvSpPr>
          <p:nvPr>
            <p:ph type="body"/>
          </p:nvPr>
        </p:nvSpPr>
        <p:spPr>
          <a:xfrm>
            <a:off x="722160" y="2906640"/>
            <a:ext cx="7772040" cy="1499760"/>
          </a:xfrm>
          <a:prstGeom prst="rect">
            <a:avLst/>
          </a:prstGeom>
          <a:noFill/>
          <a:ln w="0">
            <a:noFill/>
          </a:ln>
        </p:spPr>
        <p:txBody>
          <a:bodyPr lIns="91440" tIns="45720" rIns="91440" bIns="45720" anchor="b">
            <a:noAutofit/>
          </a:bodyPr>
          <a:lstStyle/>
          <a:p>
            <a:pPr indent="0" defTabSz="457200">
              <a:lnSpc>
                <a:spcPct val="100000"/>
              </a:lnSpc>
              <a:spcBef>
                <a:spcPts val="400"/>
              </a:spcBef>
              <a:buNone/>
              <a:tabLst>
                <a:tab pos="0" algn="l"/>
              </a:tabLst>
            </a:pPr>
            <a:r>
              <a:rPr lang="en-US" sz="2000" b="0" u="none" strike="noStrike">
                <a:solidFill>
                  <a:schemeClr val="dk1">
                    <a:tint val="75000"/>
                  </a:schemeClr>
                </a:solidFill>
                <a:uFillTx/>
                <a:latin typeface="Calibri"/>
              </a:rPr>
              <a:t>Click to edit Master text styles</a:t>
            </a:r>
            <a:endParaRPr lang="en-US" sz="2000" b="0" u="none" strike="noStrike">
              <a:solidFill>
                <a:schemeClr val="dk1"/>
              </a:solidFill>
              <a:uFillTx/>
              <a:latin typeface="Calibri"/>
            </a:endParaRPr>
          </a:p>
        </p:txBody>
      </p:sp>
      <p:sp>
        <p:nvSpPr>
          <p:cNvPr id="36" name="PlaceHolder 3"/>
          <p:cNvSpPr>
            <a:spLocks noGrp="1"/>
          </p:cNvSpPr>
          <p:nvPr>
            <p:ph type="dt" idx="13"/>
          </p:nvPr>
        </p:nvSpPr>
        <p:spPr>
          <a:xfrm>
            <a:off x="457200" y="6356520"/>
            <a:ext cx="2133360" cy="364680"/>
          </a:xfrm>
          <a:prstGeom prst="rect">
            <a:avLst/>
          </a:prstGeom>
          <a:noFill/>
          <a:ln w="0">
            <a:noFill/>
          </a:ln>
        </p:spPr>
        <p:txBody>
          <a:bodyPr lIns="91440" tIns="45720" rIns="91440" bIns="45720" anchor="ctr">
            <a:noAutofit/>
          </a:bodyPr>
          <a:lstStyle>
            <a:lvl1pPr indent="0" defTabSz="457200">
              <a:lnSpc>
                <a:spcPct val="100000"/>
              </a:lnSpc>
              <a:buNone/>
              <a:defRPr lang="en-US" sz="1200" b="0" u="none" strike="noStrike">
                <a:solidFill>
                  <a:schemeClr val="dk1">
                    <a:tint val="75000"/>
                  </a:schemeClr>
                </a:solidFill>
                <a:uFillTx/>
                <a:latin typeface="Calibri"/>
              </a:defRPr>
            </a:lvl1pPr>
          </a:lstStyle>
          <a:p>
            <a:pPr indent="0" defTabSz="457200">
              <a:lnSpc>
                <a:spcPct val="100000"/>
              </a:lnSpc>
              <a:buNone/>
            </a:pPr>
            <a:r>
              <a:rPr lang="en-US" sz="1200" b="0" u="none" strike="noStrike">
                <a:solidFill>
                  <a:schemeClr val="dk1">
                    <a:tint val="75000"/>
                  </a:schemeClr>
                </a:solidFill>
                <a:uFillTx/>
                <a:latin typeface="Calibri"/>
              </a:rPr>
              <a:t> </a:t>
            </a:r>
            <a:endParaRPr lang="en-IN" sz="1200" b="0" u="none" strike="noStrike">
              <a:solidFill>
                <a:srgbClr val="000000"/>
              </a:solidFill>
              <a:uFillTx/>
              <a:latin typeface="Times New Roman"/>
            </a:endParaRPr>
          </a:p>
        </p:txBody>
      </p:sp>
      <p:sp>
        <p:nvSpPr>
          <p:cNvPr id="37" name="PlaceHolder 4"/>
          <p:cNvSpPr>
            <a:spLocks noGrp="1"/>
          </p:cNvSpPr>
          <p:nvPr>
            <p:ph type="ftr" idx="14"/>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IN" sz="1400" b="0" u="none" strike="noStrike">
                <a:solidFill>
                  <a:srgbClr val="000000"/>
                </a:solidFill>
                <a:uFillTx/>
                <a:latin typeface="Times New Roman"/>
              </a:defRPr>
            </a:lvl1pPr>
          </a:lstStyle>
          <a:p>
            <a:pPr indent="0" algn="ctr">
              <a:buNone/>
            </a:pPr>
            <a:r>
              <a:rPr lang="en-IN" sz="1400" b="0" u="none" strike="noStrike">
                <a:solidFill>
                  <a:srgbClr val="000000"/>
                </a:solidFill>
                <a:uFillTx/>
                <a:latin typeface="Times New Roman"/>
              </a:rPr>
              <a:t> </a:t>
            </a:r>
          </a:p>
        </p:txBody>
      </p:sp>
      <p:sp>
        <p:nvSpPr>
          <p:cNvPr id="38" name="PlaceHolder 5"/>
          <p:cNvSpPr>
            <a:spLocks noGrp="1"/>
          </p:cNvSpPr>
          <p:nvPr>
            <p:ph type="sldNum" idx="15"/>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uFillTx/>
                <a:latin typeface="Calibri"/>
              </a:defRPr>
            </a:lvl1pPr>
          </a:lstStyle>
          <a:p>
            <a:pPr indent="0" algn="r" defTabSz="457200">
              <a:lnSpc>
                <a:spcPct val="100000"/>
              </a:lnSpc>
              <a:buNone/>
            </a:pPr>
            <a:fld id="{6FB5E1F5-8D50-47D8-93AA-435C02985CDB}" type="slidenum">
              <a:rPr lang="en-US" sz="1200" b="0" u="none" strike="noStrike">
                <a:solidFill>
                  <a:schemeClr val="dk1">
                    <a:tint val="75000"/>
                  </a:schemeClr>
                </a:solidFill>
                <a:uFillTx/>
                <a:latin typeface="Calibri"/>
              </a:rPr>
              <a:t>‹#›</a:t>
            </a:fld>
            <a:endParaRPr lang="en-IN" sz="1200" b="0" u="none" strike="noStrike">
              <a:solidFill>
                <a:srgbClr val="000000"/>
              </a:solidFill>
              <a:uFillTx/>
              <a:latin typeface="Times New Roman"/>
            </a:endParaRPr>
          </a:p>
        </p:txBody>
      </p:sp>
    </p:spTree>
  </p:cSld>
  <p:clrMap bg1="lt1" tx1="dk1" bg2="lt2" tx2="dk2" accent1="accent1" accent2="accent2" accent3="accent3" accent4="accent4" accent5="accent5" accent6="accent6" hlink="hlink" folHlink="folHlink"/>
  <p:sldLayoutIdLst>
    <p:sldLayoutId id="214748366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9"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p>
            <a:pPr indent="0" algn="ctr" defTabSz="457200">
              <a:lnSpc>
                <a:spcPct val="100000"/>
              </a:lnSpc>
              <a:buNone/>
            </a:pPr>
            <a:r>
              <a:rPr lang="en-US" sz="4400" b="0" u="none" strike="noStrike">
                <a:solidFill>
                  <a:schemeClr val="dk1"/>
                </a:solidFill>
                <a:uFillTx/>
                <a:latin typeface="Calibri"/>
              </a:rPr>
              <a:t>Click to edit Master title style</a:t>
            </a:r>
          </a:p>
        </p:txBody>
      </p:sp>
      <p:sp>
        <p:nvSpPr>
          <p:cNvPr id="40" name="PlaceHolder 2"/>
          <p:cNvSpPr>
            <a:spLocks noGrp="1"/>
          </p:cNvSpPr>
          <p:nvPr>
            <p:ph type="body"/>
          </p:nvPr>
        </p:nvSpPr>
        <p:spPr>
          <a:xfrm>
            <a:off x="457200" y="1600200"/>
            <a:ext cx="4038120" cy="4525560"/>
          </a:xfrm>
          <a:prstGeom prst="rect">
            <a:avLst/>
          </a:prstGeom>
          <a:noFill/>
          <a:ln w="0">
            <a:noFill/>
          </a:ln>
        </p:spPr>
        <p:txBody>
          <a:bodyPr lIns="91440" tIns="45720" rIns="91440" bIns="45720" anchor="t">
            <a:noAutofit/>
          </a:bodyPr>
          <a:lstStyle/>
          <a:p>
            <a:pPr marL="343080" indent="-343080" defTabSz="457200">
              <a:lnSpc>
                <a:spcPct val="100000"/>
              </a:lnSpc>
              <a:spcBef>
                <a:spcPts val="561"/>
              </a:spcBef>
              <a:buClr>
                <a:srgbClr val="000000"/>
              </a:buClr>
              <a:buFont typeface="Arial"/>
              <a:buChar char="•"/>
            </a:pPr>
            <a:r>
              <a:rPr lang="en-US" sz="2800" b="0" u="none" strike="noStrike">
                <a:solidFill>
                  <a:schemeClr val="dk1"/>
                </a:solidFill>
                <a:uFillTx/>
                <a:latin typeface="Calibri"/>
              </a:rPr>
              <a:t>Click to edit Master text styles</a:t>
            </a:r>
          </a:p>
          <a:p>
            <a:pPr marL="743040" lvl="1" indent="-285840" defTabSz="457200">
              <a:lnSpc>
                <a:spcPct val="100000"/>
              </a:lnSpc>
              <a:spcBef>
                <a:spcPts val="479"/>
              </a:spcBef>
              <a:buClr>
                <a:srgbClr val="000000"/>
              </a:buClr>
              <a:buFont typeface="Arial"/>
              <a:buChar char="–"/>
            </a:pPr>
            <a:r>
              <a:rPr lang="en-US" sz="2400" b="0" u="none" strike="noStrike">
                <a:solidFill>
                  <a:schemeClr val="dk1"/>
                </a:solidFill>
                <a:uFillTx/>
                <a:latin typeface="Calibri"/>
              </a:rPr>
              <a:t>Second level</a:t>
            </a:r>
          </a:p>
          <a:p>
            <a:pPr marL="1143000" lvl="2" indent="-228600" defTabSz="457200">
              <a:lnSpc>
                <a:spcPct val="100000"/>
              </a:lnSpc>
              <a:spcBef>
                <a:spcPts val="400"/>
              </a:spcBef>
              <a:buClr>
                <a:srgbClr val="000000"/>
              </a:buClr>
              <a:buFont typeface="Arial"/>
              <a:buChar char="•"/>
            </a:pPr>
            <a:r>
              <a:rPr lang="en-US" sz="2000" b="0" u="none" strike="noStrike">
                <a:solidFill>
                  <a:schemeClr val="dk1"/>
                </a:solidFill>
                <a:uFillTx/>
                <a:latin typeface="Calibri"/>
              </a:rPr>
              <a:t>Third level</a:t>
            </a:r>
          </a:p>
          <a:p>
            <a:pPr marL="1600200" lvl="3" indent="-228600" defTabSz="457200">
              <a:lnSpc>
                <a:spcPct val="100000"/>
              </a:lnSpc>
              <a:spcBef>
                <a:spcPts val="360"/>
              </a:spcBef>
              <a:buClr>
                <a:srgbClr val="000000"/>
              </a:buClr>
              <a:buFont typeface="Arial"/>
              <a:buChar char="–"/>
            </a:pPr>
            <a:r>
              <a:rPr lang="en-US" sz="1800" b="0" u="none" strike="noStrike">
                <a:solidFill>
                  <a:schemeClr val="dk1"/>
                </a:solidFill>
                <a:uFillTx/>
                <a:latin typeface="Calibri"/>
              </a:rPr>
              <a:t>Fourth level</a:t>
            </a:r>
          </a:p>
          <a:p>
            <a:pPr marL="2057400" lvl="4" indent="-228600" defTabSz="457200">
              <a:lnSpc>
                <a:spcPct val="100000"/>
              </a:lnSpc>
              <a:spcBef>
                <a:spcPts val="360"/>
              </a:spcBef>
              <a:buClr>
                <a:srgbClr val="000000"/>
              </a:buClr>
              <a:buFont typeface="Arial"/>
              <a:buChar char="»"/>
            </a:pPr>
            <a:r>
              <a:rPr lang="en-US" sz="1800" b="0" u="none" strike="noStrike">
                <a:solidFill>
                  <a:schemeClr val="dk1"/>
                </a:solidFill>
                <a:uFillTx/>
                <a:latin typeface="Calibri"/>
              </a:rPr>
              <a:t>Fifth level</a:t>
            </a:r>
          </a:p>
        </p:txBody>
      </p:sp>
      <p:sp>
        <p:nvSpPr>
          <p:cNvPr id="41" name="PlaceHolder 3"/>
          <p:cNvSpPr>
            <a:spLocks noGrp="1"/>
          </p:cNvSpPr>
          <p:nvPr>
            <p:ph type="body"/>
          </p:nvPr>
        </p:nvSpPr>
        <p:spPr>
          <a:xfrm>
            <a:off x="4648320" y="1600200"/>
            <a:ext cx="4038120" cy="4525560"/>
          </a:xfrm>
          <a:prstGeom prst="rect">
            <a:avLst/>
          </a:prstGeom>
          <a:noFill/>
          <a:ln w="0">
            <a:noFill/>
          </a:ln>
        </p:spPr>
        <p:txBody>
          <a:bodyPr lIns="91440" tIns="45720" rIns="91440" bIns="45720" anchor="t">
            <a:noAutofit/>
          </a:bodyPr>
          <a:lstStyle/>
          <a:p>
            <a:pPr marL="343080" indent="-343080" defTabSz="457200">
              <a:lnSpc>
                <a:spcPct val="100000"/>
              </a:lnSpc>
              <a:spcBef>
                <a:spcPts val="561"/>
              </a:spcBef>
              <a:buClr>
                <a:srgbClr val="000000"/>
              </a:buClr>
              <a:buFont typeface="Arial"/>
              <a:buChar char="•"/>
            </a:pPr>
            <a:r>
              <a:rPr lang="en-US" sz="2800" b="0" u="none" strike="noStrike">
                <a:solidFill>
                  <a:schemeClr val="dk1"/>
                </a:solidFill>
                <a:uFillTx/>
                <a:latin typeface="Calibri"/>
              </a:rPr>
              <a:t>Click to edit Master text styles</a:t>
            </a:r>
          </a:p>
          <a:p>
            <a:pPr marL="743040" lvl="1" indent="-285840" defTabSz="457200">
              <a:lnSpc>
                <a:spcPct val="100000"/>
              </a:lnSpc>
              <a:spcBef>
                <a:spcPts val="479"/>
              </a:spcBef>
              <a:buClr>
                <a:srgbClr val="000000"/>
              </a:buClr>
              <a:buFont typeface="Arial"/>
              <a:buChar char="–"/>
            </a:pPr>
            <a:r>
              <a:rPr lang="en-US" sz="2400" b="0" u="none" strike="noStrike">
                <a:solidFill>
                  <a:schemeClr val="dk1"/>
                </a:solidFill>
                <a:uFillTx/>
                <a:latin typeface="Calibri"/>
              </a:rPr>
              <a:t>Second level</a:t>
            </a:r>
          </a:p>
          <a:p>
            <a:pPr marL="1143000" lvl="2" indent="-228600" defTabSz="457200">
              <a:lnSpc>
                <a:spcPct val="100000"/>
              </a:lnSpc>
              <a:spcBef>
                <a:spcPts val="400"/>
              </a:spcBef>
              <a:buClr>
                <a:srgbClr val="000000"/>
              </a:buClr>
              <a:buFont typeface="Arial"/>
              <a:buChar char="•"/>
            </a:pPr>
            <a:r>
              <a:rPr lang="en-US" sz="2000" b="0" u="none" strike="noStrike">
                <a:solidFill>
                  <a:schemeClr val="dk1"/>
                </a:solidFill>
                <a:uFillTx/>
                <a:latin typeface="Calibri"/>
              </a:rPr>
              <a:t>Third level</a:t>
            </a:r>
          </a:p>
          <a:p>
            <a:pPr marL="1600200" lvl="3" indent="-228600" defTabSz="457200">
              <a:lnSpc>
                <a:spcPct val="100000"/>
              </a:lnSpc>
              <a:spcBef>
                <a:spcPts val="360"/>
              </a:spcBef>
              <a:buClr>
                <a:srgbClr val="000000"/>
              </a:buClr>
              <a:buFont typeface="Arial"/>
              <a:buChar char="–"/>
            </a:pPr>
            <a:r>
              <a:rPr lang="en-US" sz="1800" b="0" u="none" strike="noStrike">
                <a:solidFill>
                  <a:schemeClr val="dk1"/>
                </a:solidFill>
                <a:uFillTx/>
                <a:latin typeface="Calibri"/>
              </a:rPr>
              <a:t>Fourth level</a:t>
            </a:r>
          </a:p>
          <a:p>
            <a:pPr marL="2057400" lvl="4" indent="-228600" defTabSz="457200">
              <a:lnSpc>
                <a:spcPct val="100000"/>
              </a:lnSpc>
              <a:spcBef>
                <a:spcPts val="360"/>
              </a:spcBef>
              <a:buClr>
                <a:srgbClr val="000000"/>
              </a:buClr>
              <a:buFont typeface="Arial"/>
              <a:buChar char="»"/>
            </a:pPr>
            <a:r>
              <a:rPr lang="en-US" sz="1800" b="0" u="none" strike="noStrike">
                <a:solidFill>
                  <a:schemeClr val="dk1"/>
                </a:solidFill>
                <a:uFillTx/>
                <a:latin typeface="Calibri"/>
              </a:rPr>
              <a:t>Fifth level</a:t>
            </a:r>
          </a:p>
        </p:txBody>
      </p:sp>
      <p:sp>
        <p:nvSpPr>
          <p:cNvPr id="42" name="PlaceHolder 4"/>
          <p:cNvSpPr>
            <a:spLocks noGrp="1"/>
          </p:cNvSpPr>
          <p:nvPr>
            <p:ph type="dt" idx="16"/>
          </p:nvPr>
        </p:nvSpPr>
        <p:spPr>
          <a:xfrm>
            <a:off x="457200" y="6356520"/>
            <a:ext cx="2133360" cy="364680"/>
          </a:xfrm>
          <a:prstGeom prst="rect">
            <a:avLst/>
          </a:prstGeom>
          <a:noFill/>
          <a:ln w="0">
            <a:noFill/>
          </a:ln>
        </p:spPr>
        <p:txBody>
          <a:bodyPr lIns="91440" tIns="45720" rIns="91440" bIns="45720" anchor="ctr">
            <a:noAutofit/>
          </a:bodyPr>
          <a:lstStyle>
            <a:lvl1pPr indent="0" defTabSz="457200">
              <a:lnSpc>
                <a:spcPct val="100000"/>
              </a:lnSpc>
              <a:buNone/>
              <a:defRPr lang="en-US" sz="1200" b="0" u="none" strike="noStrike">
                <a:solidFill>
                  <a:schemeClr val="dk1">
                    <a:tint val="75000"/>
                  </a:schemeClr>
                </a:solidFill>
                <a:uFillTx/>
                <a:latin typeface="Calibri"/>
              </a:defRPr>
            </a:lvl1pPr>
          </a:lstStyle>
          <a:p>
            <a:pPr indent="0" defTabSz="457200">
              <a:lnSpc>
                <a:spcPct val="100000"/>
              </a:lnSpc>
              <a:buNone/>
            </a:pPr>
            <a:r>
              <a:rPr lang="en-US" sz="1200" b="0" u="none" strike="noStrike">
                <a:solidFill>
                  <a:schemeClr val="dk1">
                    <a:tint val="75000"/>
                  </a:schemeClr>
                </a:solidFill>
                <a:uFillTx/>
                <a:latin typeface="Calibri"/>
              </a:rPr>
              <a:t> </a:t>
            </a:r>
            <a:endParaRPr lang="en-IN" sz="1200" b="0" u="none" strike="noStrike">
              <a:solidFill>
                <a:srgbClr val="000000"/>
              </a:solidFill>
              <a:uFillTx/>
              <a:latin typeface="Times New Roman"/>
            </a:endParaRPr>
          </a:p>
        </p:txBody>
      </p:sp>
      <p:sp>
        <p:nvSpPr>
          <p:cNvPr id="43" name="PlaceHolder 5"/>
          <p:cNvSpPr>
            <a:spLocks noGrp="1"/>
          </p:cNvSpPr>
          <p:nvPr>
            <p:ph type="ftr" idx="17"/>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IN" sz="1400" b="0" u="none" strike="noStrike">
                <a:solidFill>
                  <a:srgbClr val="000000"/>
                </a:solidFill>
                <a:uFillTx/>
                <a:latin typeface="Times New Roman"/>
              </a:defRPr>
            </a:lvl1pPr>
          </a:lstStyle>
          <a:p>
            <a:pPr indent="0" algn="ctr">
              <a:buNone/>
            </a:pPr>
            <a:r>
              <a:rPr lang="en-IN" sz="1400" b="0" u="none" strike="noStrike">
                <a:solidFill>
                  <a:srgbClr val="000000"/>
                </a:solidFill>
                <a:uFillTx/>
                <a:latin typeface="Times New Roman"/>
              </a:rPr>
              <a:t> </a:t>
            </a:r>
          </a:p>
        </p:txBody>
      </p:sp>
      <p:sp>
        <p:nvSpPr>
          <p:cNvPr id="44" name="PlaceHolder 6"/>
          <p:cNvSpPr>
            <a:spLocks noGrp="1"/>
          </p:cNvSpPr>
          <p:nvPr>
            <p:ph type="sldNum" idx="18"/>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uFillTx/>
                <a:latin typeface="Calibri"/>
              </a:defRPr>
            </a:lvl1pPr>
          </a:lstStyle>
          <a:p>
            <a:pPr indent="0" algn="r" defTabSz="457200">
              <a:lnSpc>
                <a:spcPct val="100000"/>
              </a:lnSpc>
              <a:buNone/>
            </a:pPr>
            <a:fld id="{FC164B10-27B1-4FA5-97FC-6FC09551450A}" type="slidenum">
              <a:rPr lang="en-US" sz="1200" b="0" u="none" strike="noStrike">
                <a:solidFill>
                  <a:schemeClr val="dk1">
                    <a:tint val="75000"/>
                  </a:schemeClr>
                </a:solidFill>
                <a:uFillTx/>
                <a:latin typeface="Calibri"/>
              </a:rPr>
              <a:t>‹#›</a:t>
            </a:fld>
            <a:endParaRPr lang="en-IN" sz="1200" b="0" u="none" strike="noStrike">
              <a:solidFill>
                <a:srgbClr val="000000"/>
              </a:solidFill>
              <a:uFillTx/>
              <a:latin typeface="Times New Roman"/>
            </a:endParaRPr>
          </a:p>
        </p:txBody>
      </p:sp>
    </p:spTree>
  </p:cSld>
  <p:clrMap bg1="lt1" tx1="dk1" bg2="lt2" tx2="dk2" accent1="accent1" accent2="accent2" accent3="accent3" accent4="accent4" accent5="accent5" accent6="accent6" hlink="hlink" folHlink="folHlink"/>
  <p:sldLayoutIdLst>
    <p:sldLayoutId id="214748366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8"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p>
            <a:pPr indent="0" algn="ctr" defTabSz="457200">
              <a:lnSpc>
                <a:spcPct val="100000"/>
              </a:lnSpc>
              <a:buNone/>
            </a:pPr>
            <a:r>
              <a:rPr lang="en-US" sz="4400" b="0" u="none" strike="noStrike">
                <a:solidFill>
                  <a:schemeClr val="dk1"/>
                </a:solidFill>
                <a:uFillTx/>
                <a:latin typeface="Calibri"/>
              </a:rPr>
              <a:t>Click to edit Master title style</a:t>
            </a:r>
          </a:p>
        </p:txBody>
      </p:sp>
      <p:sp>
        <p:nvSpPr>
          <p:cNvPr id="49" name="PlaceHolder 2"/>
          <p:cNvSpPr>
            <a:spLocks noGrp="1"/>
          </p:cNvSpPr>
          <p:nvPr>
            <p:ph type="body"/>
          </p:nvPr>
        </p:nvSpPr>
        <p:spPr>
          <a:xfrm>
            <a:off x="457200" y="1535040"/>
            <a:ext cx="4039920" cy="639360"/>
          </a:xfrm>
          <a:prstGeom prst="rect">
            <a:avLst/>
          </a:prstGeom>
          <a:noFill/>
          <a:ln w="0">
            <a:noFill/>
          </a:ln>
        </p:spPr>
        <p:txBody>
          <a:bodyPr lIns="91440" tIns="45720" rIns="91440" bIns="45720" anchor="b">
            <a:noAutofit/>
          </a:bodyPr>
          <a:lstStyle/>
          <a:p>
            <a:pPr indent="0" defTabSz="457200">
              <a:lnSpc>
                <a:spcPct val="100000"/>
              </a:lnSpc>
              <a:spcBef>
                <a:spcPts val="479"/>
              </a:spcBef>
              <a:buNone/>
              <a:tabLst>
                <a:tab pos="0" algn="l"/>
              </a:tabLst>
            </a:pPr>
            <a:r>
              <a:rPr lang="en-US" sz="2400" b="1" u="none" strike="noStrike">
                <a:solidFill>
                  <a:schemeClr val="dk1"/>
                </a:solidFill>
                <a:uFillTx/>
                <a:latin typeface="Calibri"/>
              </a:rPr>
              <a:t>Click to edit Master text styles</a:t>
            </a:r>
            <a:endParaRPr lang="en-US" sz="2400" b="0" u="none" strike="noStrike">
              <a:solidFill>
                <a:schemeClr val="dk1"/>
              </a:solidFill>
              <a:uFillTx/>
              <a:latin typeface="Calibri"/>
            </a:endParaRPr>
          </a:p>
        </p:txBody>
      </p:sp>
      <p:sp>
        <p:nvSpPr>
          <p:cNvPr id="50" name="PlaceHolder 3"/>
          <p:cNvSpPr>
            <a:spLocks noGrp="1"/>
          </p:cNvSpPr>
          <p:nvPr>
            <p:ph type="body"/>
          </p:nvPr>
        </p:nvSpPr>
        <p:spPr>
          <a:xfrm>
            <a:off x="457200" y="2174760"/>
            <a:ext cx="4039920" cy="3951000"/>
          </a:xfrm>
          <a:prstGeom prst="rect">
            <a:avLst/>
          </a:prstGeom>
          <a:noFill/>
          <a:ln w="0">
            <a:noFill/>
          </a:ln>
        </p:spPr>
        <p:txBody>
          <a:bodyPr lIns="91440" tIns="45720" rIns="91440" bIns="45720" anchor="t">
            <a:noAutofit/>
          </a:bodyPr>
          <a:lstStyle/>
          <a:p>
            <a:pPr marL="343080" indent="-343080" defTabSz="457200">
              <a:lnSpc>
                <a:spcPct val="100000"/>
              </a:lnSpc>
              <a:spcBef>
                <a:spcPts val="479"/>
              </a:spcBef>
              <a:buClr>
                <a:srgbClr val="000000"/>
              </a:buClr>
              <a:buFont typeface="Arial"/>
              <a:buChar char="•"/>
            </a:pPr>
            <a:r>
              <a:rPr lang="en-US" sz="2400" b="0" u="none" strike="noStrike">
                <a:solidFill>
                  <a:schemeClr val="dk1"/>
                </a:solidFill>
                <a:uFillTx/>
                <a:latin typeface="Calibri"/>
              </a:rPr>
              <a:t>Click to edit Master text styles</a:t>
            </a:r>
          </a:p>
          <a:p>
            <a:pPr marL="743040" lvl="1" indent="-285840" defTabSz="457200">
              <a:lnSpc>
                <a:spcPct val="100000"/>
              </a:lnSpc>
              <a:spcBef>
                <a:spcPts val="400"/>
              </a:spcBef>
              <a:buClr>
                <a:srgbClr val="000000"/>
              </a:buClr>
              <a:buFont typeface="Arial"/>
              <a:buChar char="–"/>
            </a:pPr>
            <a:r>
              <a:rPr lang="en-US" sz="2000" b="0" u="none" strike="noStrike">
                <a:solidFill>
                  <a:schemeClr val="dk1"/>
                </a:solidFill>
                <a:uFillTx/>
                <a:latin typeface="Calibri"/>
              </a:rPr>
              <a:t>Second level</a:t>
            </a:r>
          </a:p>
          <a:p>
            <a:pPr marL="1143000" lvl="2" indent="-228600" defTabSz="457200">
              <a:lnSpc>
                <a:spcPct val="100000"/>
              </a:lnSpc>
              <a:spcBef>
                <a:spcPts val="360"/>
              </a:spcBef>
              <a:buClr>
                <a:srgbClr val="000000"/>
              </a:buClr>
              <a:buFont typeface="Arial"/>
              <a:buChar char="•"/>
            </a:pPr>
            <a:r>
              <a:rPr lang="en-US" sz="1800" b="0" u="none" strike="noStrike">
                <a:solidFill>
                  <a:schemeClr val="dk1"/>
                </a:solidFill>
                <a:uFillTx/>
                <a:latin typeface="Calibri"/>
              </a:rPr>
              <a:t>Third level</a:t>
            </a:r>
          </a:p>
          <a:p>
            <a:pPr marL="1600200" lvl="3" indent="-228600" defTabSz="457200">
              <a:lnSpc>
                <a:spcPct val="100000"/>
              </a:lnSpc>
              <a:spcBef>
                <a:spcPts val="320"/>
              </a:spcBef>
              <a:buClr>
                <a:srgbClr val="000000"/>
              </a:buClr>
              <a:buFont typeface="Arial"/>
              <a:buChar char="–"/>
            </a:pPr>
            <a:r>
              <a:rPr lang="en-US" sz="1600" b="0" u="none" strike="noStrike">
                <a:solidFill>
                  <a:schemeClr val="dk1"/>
                </a:solidFill>
                <a:uFillTx/>
                <a:latin typeface="Calibri"/>
              </a:rPr>
              <a:t>Fourth level</a:t>
            </a:r>
          </a:p>
          <a:p>
            <a:pPr marL="2057400" lvl="4" indent="-228600" defTabSz="457200">
              <a:lnSpc>
                <a:spcPct val="100000"/>
              </a:lnSpc>
              <a:spcBef>
                <a:spcPts val="320"/>
              </a:spcBef>
              <a:buClr>
                <a:srgbClr val="000000"/>
              </a:buClr>
              <a:buFont typeface="Arial"/>
              <a:buChar char="»"/>
            </a:pPr>
            <a:r>
              <a:rPr lang="en-US" sz="1600" b="0" u="none" strike="noStrike">
                <a:solidFill>
                  <a:schemeClr val="dk1"/>
                </a:solidFill>
                <a:uFillTx/>
                <a:latin typeface="Calibri"/>
              </a:rPr>
              <a:t>Fifth level</a:t>
            </a:r>
          </a:p>
        </p:txBody>
      </p:sp>
      <p:sp>
        <p:nvSpPr>
          <p:cNvPr id="51" name="PlaceHolder 4"/>
          <p:cNvSpPr>
            <a:spLocks noGrp="1"/>
          </p:cNvSpPr>
          <p:nvPr>
            <p:ph type="body"/>
          </p:nvPr>
        </p:nvSpPr>
        <p:spPr>
          <a:xfrm>
            <a:off x="4645080" y="1535040"/>
            <a:ext cx="4041360" cy="639360"/>
          </a:xfrm>
          <a:prstGeom prst="rect">
            <a:avLst/>
          </a:prstGeom>
          <a:noFill/>
          <a:ln w="0">
            <a:noFill/>
          </a:ln>
        </p:spPr>
        <p:txBody>
          <a:bodyPr lIns="91440" tIns="45720" rIns="91440" bIns="45720" anchor="b">
            <a:noAutofit/>
          </a:bodyPr>
          <a:lstStyle/>
          <a:p>
            <a:pPr indent="0" defTabSz="457200">
              <a:lnSpc>
                <a:spcPct val="100000"/>
              </a:lnSpc>
              <a:spcBef>
                <a:spcPts val="479"/>
              </a:spcBef>
              <a:buNone/>
              <a:tabLst>
                <a:tab pos="0" algn="l"/>
              </a:tabLst>
            </a:pPr>
            <a:r>
              <a:rPr lang="en-US" sz="2400" b="1" u="none" strike="noStrike">
                <a:solidFill>
                  <a:schemeClr val="dk1"/>
                </a:solidFill>
                <a:uFillTx/>
                <a:latin typeface="Calibri"/>
              </a:rPr>
              <a:t>Click to edit Master text styles</a:t>
            </a:r>
            <a:endParaRPr lang="en-US" sz="2400" b="0" u="none" strike="noStrike">
              <a:solidFill>
                <a:schemeClr val="dk1"/>
              </a:solidFill>
              <a:uFillTx/>
              <a:latin typeface="Calibri"/>
            </a:endParaRPr>
          </a:p>
        </p:txBody>
      </p:sp>
      <p:sp>
        <p:nvSpPr>
          <p:cNvPr id="52" name="PlaceHolder 5"/>
          <p:cNvSpPr>
            <a:spLocks noGrp="1"/>
          </p:cNvSpPr>
          <p:nvPr>
            <p:ph type="body"/>
          </p:nvPr>
        </p:nvSpPr>
        <p:spPr>
          <a:xfrm>
            <a:off x="4645080" y="2174760"/>
            <a:ext cx="4041360" cy="3951000"/>
          </a:xfrm>
          <a:prstGeom prst="rect">
            <a:avLst/>
          </a:prstGeom>
          <a:noFill/>
          <a:ln w="0">
            <a:noFill/>
          </a:ln>
        </p:spPr>
        <p:txBody>
          <a:bodyPr lIns="91440" tIns="45720" rIns="91440" bIns="45720" anchor="t">
            <a:noAutofit/>
          </a:bodyPr>
          <a:lstStyle/>
          <a:p>
            <a:pPr marL="343080" indent="-343080" defTabSz="457200">
              <a:lnSpc>
                <a:spcPct val="100000"/>
              </a:lnSpc>
              <a:spcBef>
                <a:spcPts val="479"/>
              </a:spcBef>
              <a:buClr>
                <a:srgbClr val="000000"/>
              </a:buClr>
              <a:buFont typeface="Arial"/>
              <a:buChar char="•"/>
            </a:pPr>
            <a:r>
              <a:rPr lang="en-US" sz="2400" b="0" u="none" strike="noStrike">
                <a:solidFill>
                  <a:schemeClr val="dk1"/>
                </a:solidFill>
                <a:uFillTx/>
                <a:latin typeface="Calibri"/>
              </a:rPr>
              <a:t>Click to edit Master text styles</a:t>
            </a:r>
          </a:p>
          <a:p>
            <a:pPr marL="743040" lvl="1" indent="-285840" defTabSz="457200">
              <a:lnSpc>
                <a:spcPct val="100000"/>
              </a:lnSpc>
              <a:spcBef>
                <a:spcPts val="400"/>
              </a:spcBef>
              <a:buClr>
                <a:srgbClr val="000000"/>
              </a:buClr>
              <a:buFont typeface="Arial"/>
              <a:buChar char="–"/>
            </a:pPr>
            <a:r>
              <a:rPr lang="en-US" sz="2000" b="0" u="none" strike="noStrike">
                <a:solidFill>
                  <a:schemeClr val="dk1"/>
                </a:solidFill>
                <a:uFillTx/>
                <a:latin typeface="Calibri"/>
              </a:rPr>
              <a:t>Second level</a:t>
            </a:r>
          </a:p>
          <a:p>
            <a:pPr marL="1143000" lvl="2" indent="-228600" defTabSz="457200">
              <a:lnSpc>
                <a:spcPct val="100000"/>
              </a:lnSpc>
              <a:spcBef>
                <a:spcPts val="360"/>
              </a:spcBef>
              <a:buClr>
                <a:srgbClr val="000000"/>
              </a:buClr>
              <a:buFont typeface="Arial"/>
              <a:buChar char="•"/>
            </a:pPr>
            <a:r>
              <a:rPr lang="en-US" sz="1800" b="0" u="none" strike="noStrike">
                <a:solidFill>
                  <a:schemeClr val="dk1"/>
                </a:solidFill>
                <a:uFillTx/>
                <a:latin typeface="Calibri"/>
              </a:rPr>
              <a:t>Third level</a:t>
            </a:r>
          </a:p>
          <a:p>
            <a:pPr marL="1600200" lvl="3" indent="-228600" defTabSz="457200">
              <a:lnSpc>
                <a:spcPct val="100000"/>
              </a:lnSpc>
              <a:spcBef>
                <a:spcPts val="320"/>
              </a:spcBef>
              <a:buClr>
                <a:srgbClr val="000000"/>
              </a:buClr>
              <a:buFont typeface="Arial"/>
              <a:buChar char="–"/>
            </a:pPr>
            <a:r>
              <a:rPr lang="en-US" sz="1600" b="0" u="none" strike="noStrike">
                <a:solidFill>
                  <a:schemeClr val="dk1"/>
                </a:solidFill>
                <a:uFillTx/>
                <a:latin typeface="Calibri"/>
              </a:rPr>
              <a:t>Fourth level</a:t>
            </a:r>
          </a:p>
          <a:p>
            <a:pPr marL="2057400" lvl="4" indent="-228600" defTabSz="457200">
              <a:lnSpc>
                <a:spcPct val="100000"/>
              </a:lnSpc>
              <a:spcBef>
                <a:spcPts val="320"/>
              </a:spcBef>
              <a:buClr>
                <a:srgbClr val="000000"/>
              </a:buClr>
              <a:buFont typeface="Arial"/>
              <a:buChar char="»"/>
            </a:pPr>
            <a:r>
              <a:rPr lang="en-US" sz="1600" b="0" u="none" strike="noStrike">
                <a:solidFill>
                  <a:schemeClr val="dk1"/>
                </a:solidFill>
                <a:uFillTx/>
                <a:latin typeface="Calibri"/>
              </a:rPr>
              <a:t>Fifth level</a:t>
            </a:r>
          </a:p>
        </p:txBody>
      </p:sp>
      <p:sp>
        <p:nvSpPr>
          <p:cNvPr id="53" name="PlaceHolder 6"/>
          <p:cNvSpPr>
            <a:spLocks noGrp="1"/>
          </p:cNvSpPr>
          <p:nvPr>
            <p:ph type="dt" idx="19"/>
          </p:nvPr>
        </p:nvSpPr>
        <p:spPr>
          <a:xfrm>
            <a:off x="457200" y="6356520"/>
            <a:ext cx="2133360" cy="364680"/>
          </a:xfrm>
          <a:prstGeom prst="rect">
            <a:avLst/>
          </a:prstGeom>
          <a:noFill/>
          <a:ln w="0">
            <a:noFill/>
          </a:ln>
        </p:spPr>
        <p:txBody>
          <a:bodyPr lIns="91440" tIns="45720" rIns="91440" bIns="45720" anchor="ctr">
            <a:noAutofit/>
          </a:bodyPr>
          <a:lstStyle>
            <a:lvl1pPr indent="0" defTabSz="457200">
              <a:lnSpc>
                <a:spcPct val="100000"/>
              </a:lnSpc>
              <a:buNone/>
              <a:defRPr lang="en-US" sz="1200" b="0" u="none" strike="noStrike">
                <a:solidFill>
                  <a:schemeClr val="dk1">
                    <a:tint val="75000"/>
                  </a:schemeClr>
                </a:solidFill>
                <a:uFillTx/>
                <a:latin typeface="Calibri"/>
              </a:defRPr>
            </a:lvl1pPr>
          </a:lstStyle>
          <a:p>
            <a:pPr indent="0" defTabSz="457200">
              <a:lnSpc>
                <a:spcPct val="100000"/>
              </a:lnSpc>
              <a:buNone/>
            </a:pPr>
            <a:r>
              <a:rPr lang="en-US" sz="1200" b="0" u="none" strike="noStrike">
                <a:solidFill>
                  <a:schemeClr val="dk1">
                    <a:tint val="75000"/>
                  </a:schemeClr>
                </a:solidFill>
                <a:uFillTx/>
                <a:latin typeface="Calibri"/>
              </a:rPr>
              <a:t> </a:t>
            </a:r>
            <a:endParaRPr lang="en-IN" sz="1200" b="0" u="none" strike="noStrike">
              <a:solidFill>
                <a:srgbClr val="000000"/>
              </a:solidFill>
              <a:uFillTx/>
              <a:latin typeface="Times New Roman"/>
            </a:endParaRPr>
          </a:p>
        </p:txBody>
      </p:sp>
      <p:sp>
        <p:nvSpPr>
          <p:cNvPr id="54" name="PlaceHolder 7"/>
          <p:cNvSpPr>
            <a:spLocks noGrp="1"/>
          </p:cNvSpPr>
          <p:nvPr>
            <p:ph type="ftr" idx="20"/>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IN" sz="1400" b="0" u="none" strike="noStrike">
                <a:solidFill>
                  <a:srgbClr val="000000"/>
                </a:solidFill>
                <a:uFillTx/>
                <a:latin typeface="Times New Roman"/>
              </a:defRPr>
            </a:lvl1pPr>
          </a:lstStyle>
          <a:p>
            <a:pPr indent="0" algn="ctr">
              <a:buNone/>
            </a:pPr>
            <a:r>
              <a:rPr lang="en-IN" sz="1400" b="0" u="none" strike="noStrike">
                <a:solidFill>
                  <a:srgbClr val="000000"/>
                </a:solidFill>
                <a:uFillTx/>
                <a:latin typeface="Times New Roman"/>
              </a:rPr>
              <a:t> </a:t>
            </a:r>
          </a:p>
        </p:txBody>
      </p:sp>
      <p:sp>
        <p:nvSpPr>
          <p:cNvPr id="55" name="PlaceHolder 8"/>
          <p:cNvSpPr>
            <a:spLocks noGrp="1"/>
          </p:cNvSpPr>
          <p:nvPr>
            <p:ph type="sldNum" idx="21"/>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uFillTx/>
                <a:latin typeface="Calibri"/>
              </a:defRPr>
            </a:lvl1pPr>
          </a:lstStyle>
          <a:p>
            <a:pPr indent="0" algn="r" defTabSz="457200">
              <a:lnSpc>
                <a:spcPct val="100000"/>
              </a:lnSpc>
              <a:buNone/>
            </a:pPr>
            <a:fld id="{812F0053-8B00-4F35-A6B7-296BAD760340}" type="slidenum">
              <a:rPr lang="en-US" sz="1200" b="0" u="none" strike="noStrike">
                <a:solidFill>
                  <a:schemeClr val="dk1">
                    <a:tint val="75000"/>
                  </a:schemeClr>
                </a:solidFill>
                <a:uFillTx/>
                <a:latin typeface="Calibri"/>
              </a:rPr>
              <a:t>‹#›</a:t>
            </a:fld>
            <a:endParaRPr lang="en-IN" sz="1200" b="0" u="none" strike="noStrike">
              <a:solidFill>
                <a:srgbClr val="000000"/>
              </a:solidFill>
              <a:uFillTx/>
              <a:latin typeface="Times New Roman"/>
            </a:endParaRPr>
          </a:p>
        </p:txBody>
      </p:sp>
    </p:spTree>
  </p:cSld>
  <p:clrMap bg1="lt1" tx1="dk1" bg2="lt2" tx2="dk2" accent1="accent1" accent2="accent2" accent3="accent3" accent4="accent4" accent5="accent5" accent6="accent6" hlink="hlink" folHlink="folHlink"/>
  <p:sldLayoutIdLst>
    <p:sldLayoutId id="214748366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6"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p>
            <a:pPr indent="0" algn="ctr" defTabSz="457200">
              <a:lnSpc>
                <a:spcPct val="100000"/>
              </a:lnSpc>
              <a:buNone/>
            </a:pPr>
            <a:r>
              <a:rPr lang="en-US" sz="4400" b="0" u="none" strike="noStrike">
                <a:solidFill>
                  <a:schemeClr val="dk1"/>
                </a:solidFill>
                <a:uFillTx/>
                <a:latin typeface="Calibri"/>
              </a:rPr>
              <a:t>Click to edit Master title style</a:t>
            </a:r>
          </a:p>
        </p:txBody>
      </p:sp>
      <p:sp>
        <p:nvSpPr>
          <p:cNvPr id="57" name="PlaceHolder 2"/>
          <p:cNvSpPr>
            <a:spLocks noGrp="1"/>
          </p:cNvSpPr>
          <p:nvPr>
            <p:ph type="dt" idx="22"/>
          </p:nvPr>
        </p:nvSpPr>
        <p:spPr>
          <a:xfrm>
            <a:off x="457200" y="6356520"/>
            <a:ext cx="2133360" cy="364680"/>
          </a:xfrm>
          <a:prstGeom prst="rect">
            <a:avLst/>
          </a:prstGeom>
          <a:noFill/>
          <a:ln w="0">
            <a:noFill/>
          </a:ln>
        </p:spPr>
        <p:txBody>
          <a:bodyPr lIns="91440" tIns="45720" rIns="91440" bIns="45720" anchor="ctr">
            <a:noAutofit/>
          </a:bodyPr>
          <a:lstStyle>
            <a:lvl1pPr indent="0" defTabSz="457200">
              <a:lnSpc>
                <a:spcPct val="100000"/>
              </a:lnSpc>
              <a:buNone/>
              <a:defRPr lang="en-US" sz="1200" b="0" u="none" strike="noStrike">
                <a:solidFill>
                  <a:schemeClr val="dk1">
                    <a:tint val="75000"/>
                  </a:schemeClr>
                </a:solidFill>
                <a:uFillTx/>
                <a:latin typeface="Calibri"/>
              </a:defRPr>
            </a:lvl1pPr>
          </a:lstStyle>
          <a:p>
            <a:pPr indent="0" defTabSz="457200">
              <a:lnSpc>
                <a:spcPct val="100000"/>
              </a:lnSpc>
              <a:buNone/>
            </a:pPr>
            <a:r>
              <a:rPr lang="en-US" sz="1200" b="0" u="none" strike="noStrike">
                <a:solidFill>
                  <a:schemeClr val="dk1">
                    <a:tint val="75000"/>
                  </a:schemeClr>
                </a:solidFill>
                <a:uFillTx/>
                <a:latin typeface="Calibri"/>
              </a:rPr>
              <a:t> </a:t>
            </a:r>
            <a:endParaRPr lang="en-IN" sz="1200" b="0" u="none" strike="noStrike">
              <a:solidFill>
                <a:srgbClr val="000000"/>
              </a:solidFill>
              <a:uFillTx/>
              <a:latin typeface="Times New Roman"/>
            </a:endParaRPr>
          </a:p>
        </p:txBody>
      </p:sp>
      <p:sp>
        <p:nvSpPr>
          <p:cNvPr id="58" name="PlaceHolder 3"/>
          <p:cNvSpPr>
            <a:spLocks noGrp="1"/>
          </p:cNvSpPr>
          <p:nvPr>
            <p:ph type="ftr" idx="23"/>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IN" sz="1400" b="0" u="none" strike="noStrike">
                <a:solidFill>
                  <a:srgbClr val="000000"/>
                </a:solidFill>
                <a:uFillTx/>
                <a:latin typeface="Times New Roman"/>
              </a:defRPr>
            </a:lvl1pPr>
          </a:lstStyle>
          <a:p>
            <a:pPr indent="0" algn="ctr">
              <a:buNone/>
            </a:pPr>
            <a:r>
              <a:rPr lang="en-IN" sz="1400" b="0" u="none" strike="noStrike">
                <a:solidFill>
                  <a:srgbClr val="000000"/>
                </a:solidFill>
                <a:uFillTx/>
                <a:latin typeface="Times New Roman"/>
              </a:rPr>
              <a:t> </a:t>
            </a:r>
          </a:p>
        </p:txBody>
      </p:sp>
      <p:sp>
        <p:nvSpPr>
          <p:cNvPr id="59" name="PlaceHolder 4"/>
          <p:cNvSpPr>
            <a:spLocks noGrp="1"/>
          </p:cNvSpPr>
          <p:nvPr>
            <p:ph type="sldNum" idx="24"/>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uFillTx/>
                <a:latin typeface="Calibri"/>
              </a:defRPr>
            </a:lvl1pPr>
          </a:lstStyle>
          <a:p>
            <a:pPr indent="0" algn="r" defTabSz="457200">
              <a:lnSpc>
                <a:spcPct val="100000"/>
              </a:lnSpc>
              <a:buNone/>
            </a:pPr>
            <a:fld id="{EDFDAE90-53F8-4E21-ACE0-ACBE0160F90E}" type="slidenum">
              <a:rPr lang="en-US" sz="1200" b="0" u="none" strike="noStrike">
                <a:solidFill>
                  <a:schemeClr val="dk1">
                    <a:tint val="75000"/>
                  </a:schemeClr>
                </a:solidFill>
                <a:uFillTx/>
                <a:latin typeface="Calibri"/>
              </a:rPr>
              <a:t>‹#›</a:t>
            </a:fld>
            <a:endParaRPr lang="en-IN" sz="1200" b="0" u="none" strike="noStrike">
              <a:solidFill>
                <a:srgbClr val="000000"/>
              </a:solidFill>
              <a:uFillTx/>
              <a:latin typeface="Times New Roman"/>
            </a:endParaRPr>
          </a:p>
        </p:txBody>
      </p:sp>
    </p:spTree>
  </p:cSld>
  <p:clrMap bg1="lt1" tx1="dk1" bg2="lt2" tx2="dk2" accent1="accent1" accent2="accent2" accent3="accent3" accent4="accent4" accent5="accent5" accent6="accent6" hlink="hlink" folHlink="folHlink"/>
  <p:sldLayoutIdLst>
    <p:sldLayoutId id="214748367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 name="PlaceHolder 1"/>
          <p:cNvSpPr>
            <a:spLocks noGrp="1"/>
          </p:cNvSpPr>
          <p:nvPr>
            <p:ph type="dt" idx="25"/>
          </p:nvPr>
        </p:nvSpPr>
        <p:spPr>
          <a:xfrm>
            <a:off x="457200" y="6356520"/>
            <a:ext cx="2133360" cy="364680"/>
          </a:xfrm>
          <a:prstGeom prst="rect">
            <a:avLst/>
          </a:prstGeom>
          <a:noFill/>
          <a:ln w="0">
            <a:noFill/>
          </a:ln>
        </p:spPr>
        <p:txBody>
          <a:bodyPr lIns="91440" tIns="45720" rIns="91440" bIns="45720" anchor="ctr">
            <a:noAutofit/>
          </a:bodyPr>
          <a:lstStyle>
            <a:lvl1pPr indent="0" defTabSz="457200">
              <a:lnSpc>
                <a:spcPct val="100000"/>
              </a:lnSpc>
              <a:buNone/>
              <a:defRPr lang="en-US" sz="1200" b="0" u="none" strike="noStrike">
                <a:solidFill>
                  <a:schemeClr val="dk1">
                    <a:tint val="75000"/>
                  </a:schemeClr>
                </a:solidFill>
                <a:uFillTx/>
                <a:latin typeface="Calibri"/>
              </a:defRPr>
            </a:lvl1pPr>
          </a:lstStyle>
          <a:p>
            <a:pPr indent="0" defTabSz="457200">
              <a:lnSpc>
                <a:spcPct val="100000"/>
              </a:lnSpc>
              <a:buNone/>
            </a:pPr>
            <a:r>
              <a:rPr lang="en-US" sz="1200" b="0" u="none" strike="noStrike">
                <a:solidFill>
                  <a:schemeClr val="dk1">
                    <a:tint val="75000"/>
                  </a:schemeClr>
                </a:solidFill>
                <a:uFillTx/>
                <a:latin typeface="Calibri"/>
              </a:rPr>
              <a:t> </a:t>
            </a:r>
            <a:endParaRPr lang="en-IN" sz="1200" b="0" u="none" strike="noStrike">
              <a:solidFill>
                <a:srgbClr val="000000"/>
              </a:solidFill>
              <a:uFillTx/>
              <a:latin typeface="Times New Roman"/>
            </a:endParaRPr>
          </a:p>
        </p:txBody>
      </p:sp>
      <p:sp>
        <p:nvSpPr>
          <p:cNvPr id="62" name="PlaceHolder 2"/>
          <p:cNvSpPr>
            <a:spLocks noGrp="1"/>
          </p:cNvSpPr>
          <p:nvPr>
            <p:ph type="ftr" idx="26"/>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IN" sz="1400" b="0" u="none" strike="noStrike">
                <a:solidFill>
                  <a:srgbClr val="000000"/>
                </a:solidFill>
                <a:uFillTx/>
                <a:latin typeface="Times New Roman"/>
              </a:defRPr>
            </a:lvl1pPr>
          </a:lstStyle>
          <a:p>
            <a:pPr indent="0" algn="ctr">
              <a:buNone/>
            </a:pPr>
            <a:r>
              <a:rPr lang="en-IN" sz="1400" b="0" u="none" strike="noStrike">
                <a:solidFill>
                  <a:srgbClr val="000000"/>
                </a:solidFill>
                <a:uFillTx/>
                <a:latin typeface="Times New Roman"/>
              </a:rPr>
              <a:t> </a:t>
            </a:r>
          </a:p>
        </p:txBody>
      </p:sp>
      <p:sp>
        <p:nvSpPr>
          <p:cNvPr id="63" name="PlaceHolder 3"/>
          <p:cNvSpPr>
            <a:spLocks noGrp="1"/>
          </p:cNvSpPr>
          <p:nvPr>
            <p:ph type="sldNum" idx="27"/>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uFillTx/>
                <a:latin typeface="Calibri"/>
              </a:defRPr>
            </a:lvl1pPr>
          </a:lstStyle>
          <a:p>
            <a:pPr indent="0" algn="r" defTabSz="457200">
              <a:lnSpc>
                <a:spcPct val="100000"/>
              </a:lnSpc>
              <a:buNone/>
            </a:pPr>
            <a:fld id="{EF897B86-01DB-4B11-B0EC-87D1A1E3A532}" type="slidenum">
              <a:rPr lang="en-US" sz="1200" b="0" u="none" strike="noStrike">
                <a:solidFill>
                  <a:schemeClr val="dk1">
                    <a:tint val="75000"/>
                  </a:schemeClr>
                </a:solidFill>
                <a:uFillTx/>
                <a:latin typeface="Calibri"/>
              </a:rPr>
              <a:t>‹#›</a:t>
            </a:fld>
            <a:endParaRPr lang="en-IN" sz="1200" b="0" u="none" strike="noStrike">
              <a:solidFill>
                <a:srgbClr val="000000"/>
              </a:solidFill>
              <a:uFillTx/>
              <a:latin typeface="Times New Roman"/>
            </a:endParaRPr>
          </a:p>
        </p:txBody>
      </p:sp>
    </p:spTree>
  </p:cSld>
  <p:clrMap bg1="lt1" tx1="dk1" bg2="lt2" tx2="dk2" accent1="accent1" accent2="accent2" accent3="accent3" accent4="accent4" accent5="accent5" accent6="accent6" hlink="hlink" folHlink="folHlink"/>
  <p:sldLayoutIdLst>
    <p:sldLayoutId id="214748367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4" name="PlaceHolder 1"/>
          <p:cNvSpPr>
            <a:spLocks noGrp="1"/>
          </p:cNvSpPr>
          <p:nvPr>
            <p:ph type="title"/>
          </p:nvPr>
        </p:nvSpPr>
        <p:spPr>
          <a:xfrm>
            <a:off x="457200" y="272880"/>
            <a:ext cx="3007800" cy="1161720"/>
          </a:xfrm>
          <a:prstGeom prst="rect">
            <a:avLst/>
          </a:prstGeom>
          <a:noFill/>
          <a:ln w="0">
            <a:noFill/>
          </a:ln>
        </p:spPr>
        <p:txBody>
          <a:bodyPr lIns="91440" tIns="45720" rIns="91440" bIns="45720" anchor="b">
            <a:noAutofit/>
          </a:bodyPr>
          <a:lstStyle/>
          <a:p>
            <a:pPr indent="0" defTabSz="457200">
              <a:lnSpc>
                <a:spcPct val="100000"/>
              </a:lnSpc>
              <a:buNone/>
            </a:pPr>
            <a:r>
              <a:rPr lang="en-US" sz="2000" b="1" u="none" strike="noStrike">
                <a:solidFill>
                  <a:schemeClr val="dk1"/>
                </a:solidFill>
                <a:uFillTx/>
                <a:latin typeface="Calibri"/>
              </a:rPr>
              <a:t>Click to edit Master title style</a:t>
            </a:r>
            <a:endParaRPr lang="en-US" sz="2000" b="0" u="none" strike="noStrike">
              <a:solidFill>
                <a:schemeClr val="dk1"/>
              </a:solidFill>
              <a:uFillTx/>
              <a:latin typeface="Calibri"/>
            </a:endParaRPr>
          </a:p>
        </p:txBody>
      </p:sp>
      <p:sp>
        <p:nvSpPr>
          <p:cNvPr id="65" name="PlaceHolder 2"/>
          <p:cNvSpPr>
            <a:spLocks noGrp="1"/>
          </p:cNvSpPr>
          <p:nvPr>
            <p:ph type="body"/>
          </p:nvPr>
        </p:nvSpPr>
        <p:spPr>
          <a:xfrm>
            <a:off x="3575160" y="272880"/>
            <a:ext cx="5111280" cy="5852880"/>
          </a:xfrm>
          <a:prstGeom prst="rect">
            <a:avLst/>
          </a:prstGeom>
          <a:noFill/>
          <a:ln w="0">
            <a:noFill/>
          </a:ln>
        </p:spPr>
        <p:txBody>
          <a:bodyPr lIns="91440" tIns="45720" rIns="91440" bIns="45720" anchor="t">
            <a:noAutofit/>
          </a:bodyPr>
          <a:lstStyle/>
          <a:p>
            <a:pPr marL="343080" indent="-343080" defTabSz="457200">
              <a:lnSpc>
                <a:spcPct val="100000"/>
              </a:lnSpc>
              <a:spcBef>
                <a:spcPts val="641"/>
              </a:spcBef>
              <a:buClr>
                <a:srgbClr val="000000"/>
              </a:buClr>
              <a:buFont typeface="Arial"/>
              <a:buChar char="•"/>
            </a:pPr>
            <a:r>
              <a:rPr lang="en-US" sz="3200" b="0" u="none" strike="noStrike">
                <a:solidFill>
                  <a:schemeClr val="dk1"/>
                </a:solidFill>
                <a:uFillTx/>
                <a:latin typeface="Calibri"/>
              </a:rPr>
              <a:t>Click to edit Master text styles</a:t>
            </a:r>
          </a:p>
          <a:p>
            <a:pPr marL="743040" lvl="1" indent="-285840" defTabSz="457200">
              <a:lnSpc>
                <a:spcPct val="100000"/>
              </a:lnSpc>
              <a:spcBef>
                <a:spcPts val="561"/>
              </a:spcBef>
              <a:buClr>
                <a:srgbClr val="000000"/>
              </a:buClr>
              <a:buFont typeface="Arial"/>
              <a:buChar char="–"/>
            </a:pPr>
            <a:r>
              <a:rPr lang="en-US" sz="2800" b="0" u="none" strike="noStrike">
                <a:solidFill>
                  <a:schemeClr val="dk1"/>
                </a:solidFill>
                <a:uFillTx/>
                <a:latin typeface="Calibri"/>
              </a:rPr>
              <a:t>Second level</a:t>
            </a:r>
          </a:p>
          <a:p>
            <a:pPr marL="1143000" lvl="2" indent="-228600" defTabSz="457200">
              <a:lnSpc>
                <a:spcPct val="100000"/>
              </a:lnSpc>
              <a:spcBef>
                <a:spcPts val="479"/>
              </a:spcBef>
              <a:buClr>
                <a:srgbClr val="000000"/>
              </a:buClr>
              <a:buFont typeface="Arial"/>
              <a:buChar char="•"/>
            </a:pPr>
            <a:r>
              <a:rPr lang="en-US" sz="2400" b="0" u="none" strike="noStrike">
                <a:solidFill>
                  <a:schemeClr val="dk1"/>
                </a:solidFill>
                <a:uFillTx/>
                <a:latin typeface="Calibri"/>
              </a:rPr>
              <a:t>Third level</a:t>
            </a:r>
          </a:p>
          <a:p>
            <a:pPr marL="1600200" lvl="3" indent="-228600" defTabSz="457200">
              <a:lnSpc>
                <a:spcPct val="100000"/>
              </a:lnSpc>
              <a:spcBef>
                <a:spcPts val="400"/>
              </a:spcBef>
              <a:buClr>
                <a:srgbClr val="000000"/>
              </a:buClr>
              <a:buFont typeface="Arial"/>
              <a:buChar char="–"/>
            </a:pPr>
            <a:r>
              <a:rPr lang="en-US" sz="2000" b="0" u="none" strike="noStrike">
                <a:solidFill>
                  <a:schemeClr val="dk1"/>
                </a:solidFill>
                <a:uFillTx/>
                <a:latin typeface="Calibri"/>
              </a:rPr>
              <a:t>Fourth level</a:t>
            </a:r>
          </a:p>
          <a:p>
            <a:pPr marL="2057400" lvl="4" indent="-228600" defTabSz="457200">
              <a:lnSpc>
                <a:spcPct val="100000"/>
              </a:lnSpc>
              <a:spcBef>
                <a:spcPts val="400"/>
              </a:spcBef>
              <a:buClr>
                <a:srgbClr val="000000"/>
              </a:buClr>
              <a:buFont typeface="Arial"/>
              <a:buChar char="»"/>
            </a:pPr>
            <a:r>
              <a:rPr lang="en-US" sz="2000" b="0" u="none" strike="noStrike">
                <a:solidFill>
                  <a:schemeClr val="dk1"/>
                </a:solidFill>
                <a:uFillTx/>
                <a:latin typeface="Calibri"/>
              </a:rPr>
              <a:t>Fifth level</a:t>
            </a:r>
          </a:p>
        </p:txBody>
      </p:sp>
      <p:sp>
        <p:nvSpPr>
          <p:cNvPr id="66" name="PlaceHolder 3"/>
          <p:cNvSpPr>
            <a:spLocks noGrp="1"/>
          </p:cNvSpPr>
          <p:nvPr>
            <p:ph type="body"/>
          </p:nvPr>
        </p:nvSpPr>
        <p:spPr>
          <a:xfrm>
            <a:off x="457200" y="1434960"/>
            <a:ext cx="3007800" cy="4690800"/>
          </a:xfrm>
          <a:prstGeom prst="rect">
            <a:avLst/>
          </a:prstGeom>
          <a:noFill/>
          <a:ln w="0">
            <a:noFill/>
          </a:ln>
        </p:spPr>
        <p:txBody>
          <a:bodyPr lIns="91440" tIns="45720" rIns="91440" bIns="45720" anchor="t">
            <a:noAutofit/>
          </a:bodyPr>
          <a:lstStyle/>
          <a:p>
            <a:pPr indent="0" defTabSz="457200">
              <a:lnSpc>
                <a:spcPct val="100000"/>
              </a:lnSpc>
              <a:spcBef>
                <a:spcPts val="281"/>
              </a:spcBef>
              <a:buNone/>
              <a:tabLst>
                <a:tab pos="0" algn="l"/>
              </a:tabLst>
            </a:pPr>
            <a:r>
              <a:rPr lang="en-US" sz="1400" b="0" u="none" strike="noStrike">
                <a:solidFill>
                  <a:schemeClr val="dk1"/>
                </a:solidFill>
                <a:uFillTx/>
                <a:latin typeface="Calibri"/>
              </a:rPr>
              <a:t>Click to edit Master text styles</a:t>
            </a:r>
          </a:p>
        </p:txBody>
      </p:sp>
      <p:sp>
        <p:nvSpPr>
          <p:cNvPr id="67" name="PlaceHolder 4"/>
          <p:cNvSpPr>
            <a:spLocks noGrp="1"/>
          </p:cNvSpPr>
          <p:nvPr>
            <p:ph type="dt" idx="28"/>
          </p:nvPr>
        </p:nvSpPr>
        <p:spPr>
          <a:xfrm>
            <a:off x="457200" y="6356520"/>
            <a:ext cx="2133360" cy="364680"/>
          </a:xfrm>
          <a:prstGeom prst="rect">
            <a:avLst/>
          </a:prstGeom>
          <a:noFill/>
          <a:ln w="0">
            <a:noFill/>
          </a:ln>
        </p:spPr>
        <p:txBody>
          <a:bodyPr lIns="91440" tIns="45720" rIns="91440" bIns="45720" anchor="ctr">
            <a:noAutofit/>
          </a:bodyPr>
          <a:lstStyle>
            <a:lvl1pPr indent="0" defTabSz="457200">
              <a:lnSpc>
                <a:spcPct val="100000"/>
              </a:lnSpc>
              <a:buNone/>
              <a:defRPr lang="en-US" sz="1200" b="0" u="none" strike="noStrike">
                <a:solidFill>
                  <a:schemeClr val="dk1">
                    <a:tint val="75000"/>
                  </a:schemeClr>
                </a:solidFill>
                <a:uFillTx/>
                <a:latin typeface="Calibri"/>
              </a:defRPr>
            </a:lvl1pPr>
          </a:lstStyle>
          <a:p>
            <a:pPr indent="0" defTabSz="457200">
              <a:lnSpc>
                <a:spcPct val="100000"/>
              </a:lnSpc>
              <a:buNone/>
            </a:pPr>
            <a:r>
              <a:rPr lang="en-US" sz="1200" b="0" u="none" strike="noStrike">
                <a:solidFill>
                  <a:schemeClr val="dk1">
                    <a:tint val="75000"/>
                  </a:schemeClr>
                </a:solidFill>
                <a:uFillTx/>
                <a:latin typeface="Calibri"/>
              </a:rPr>
              <a:t> </a:t>
            </a:r>
            <a:endParaRPr lang="en-IN" sz="1200" b="0" u="none" strike="noStrike">
              <a:solidFill>
                <a:srgbClr val="000000"/>
              </a:solidFill>
              <a:uFillTx/>
              <a:latin typeface="Times New Roman"/>
            </a:endParaRPr>
          </a:p>
        </p:txBody>
      </p:sp>
      <p:sp>
        <p:nvSpPr>
          <p:cNvPr id="68" name="PlaceHolder 5"/>
          <p:cNvSpPr>
            <a:spLocks noGrp="1"/>
          </p:cNvSpPr>
          <p:nvPr>
            <p:ph type="ftr" idx="29"/>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IN" sz="1400" b="0" u="none" strike="noStrike">
                <a:solidFill>
                  <a:srgbClr val="000000"/>
                </a:solidFill>
                <a:uFillTx/>
                <a:latin typeface="Times New Roman"/>
              </a:defRPr>
            </a:lvl1pPr>
          </a:lstStyle>
          <a:p>
            <a:pPr indent="0" algn="ctr">
              <a:buNone/>
            </a:pPr>
            <a:r>
              <a:rPr lang="en-IN" sz="1400" b="0" u="none" strike="noStrike">
                <a:solidFill>
                  <a:srgbClr val="000000"/>
                </a:solidFill>
                <a:uFillTx/>
                <a:latin typeface="Times New Roman"/>
              </a:rPr>
              <a:t> </a:t>
            </a:r>
          </a:p>
        </p:txBody>
      </p:sp>
      <p:sp>
        <p:nvSpPr>
          <p:cNvPr id="69" name="PlaceHolder 6"/>
          <p:cNvSpPr>
            <a:spLocks noGrp="1"/>
          </p:cNvSpPr>
          <p:nvPr>
            <p:ph type="sldNum" idx="30"/>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uFillTx/>
                <a:latin typeface="Calibri"/>
              </a:defRPr>
            </a:lvl1pPr>
          </a:lstStyle>
          <a:p>
            <a:pPr indent="0" algn="r" defTabSz="457200">
              <a:lnSpc>
                <a:spcPct val="100000"/>
              </a:lnSpc>
              <a:buNone/>
            </a:pPr>
            <a:fld id="{BF8F0241-8D54-4AB9-9C47-2A274BE688FC}" type="slidenum">
              <a:rPr lang="en-US" sz="1200" b="0" u="none" strike="noStrike">
                <a:solidFill>
                  <a:schemeClr val="dk1">
                    <a:tint val="75000"/>
                  </a:schemeClr>
                </a:solidFill>
                <a:uFillTx/>
                <a:latin typeface="Calibri"/>
              </a:rPr>
              <a:t>‹#›</a:t>
            </a:fld>
            <a:endParaRPr lang="en-IN" sz="1200" b="0" u="none" strike="noStrike">
              <a:solidFill>
                <a:srgbClr val="000000"/>
              </a:solidFill>
              <a:uFillTx/>
              <a:latin typeface="Times New Roman"/>
            </a:endParaRPr>
          </a:p>
        </p:txBody>
      </p:sp>
    </p:spTree>
  </p:cSld>
  <p:clrMap bg1="lt1" tx1="dk1" bg2="lt2" tx2="dk2" accent1="accent1" accent2="accent2" accent3="accent3" accent4="accent4" accent5="accent5" accent6="accent6" hlink="hlink" folHlink="folHlink"/>
  <p:sldLayoutIdLst>
    <p:sldLayoutId id="214748367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0" name="PlaceHolder 1"/>
          <p:cNvSpPr>
            <a:spLocks noGrp="1"/>
          </p:cNvSpPr>
          <p:nvPr>
            <p:ph type="title"/>
          </p:nvPr>
        </p:nvSpPr>
        <p:spPr>
          <a:xfrm>
            <a:off x="1792440" y="4800600"/>
            <a:ext cx="5486040" cy="566280"/>
          </a:xfrm>
          <a:prstGeom prst="rect">
            <a:avLst/>
          </a:prstGeom>
          <a:noFill/>
          <a:ln w="0">
            <a:noFill/>
          </a:ln>
        </p:spPr>
        <p:txBody>
          <a:bodyPr lIns="91440" tIns="45720" rIns="91440" bIns="45720" anchor="b">
            <a:noAutofit/>
          </a:bodyPr>
          <a:lstStyle/>
          <a:p>
            <a:pPr indent="0" defTabSz="457200">
              <a:lnSpc>
                <a:spcPct val="100000"/>
              </a:lnSpc>
              <a:buNone/>
            </a:pPr>
            <a:r>
              <a:rPr lang="en-US" sz="2000" b="1" u="none" strike="noStrike">
                <a:solidFill>
                  <a:schemeClr val="dk1"/>
                </a:solidFill>
                <a:uFillTx/>
                <a:latin typeface="Calibri"/>
              </a:rPr>
              <a:t>Click to edit Master title style</a:t>
            </a:r>
            <a:endParaRPr lang="en-US" sz="2000" b="0" u="none" strike="noStrike">
              <a:solidFill>
                <a:schemeClr val="dk1"/>
              </a:solidFill>
              <a:uFillTx/>
              <a:latin typeface="Calibri"/>
            </a:endParaRPr>
          </a:p>
        </p:txBody>
      </p:sp>
      <p:sp>
        <p:nvSpPr>
          <p:cNvPr id="71" name="PlaceHolder 2"/>
          <p:cNvSpPr>
            <a:spLocks noGrp="1"/>
          </p:cNvSpPr>
          <p:nvPr>
            <p:ph type="body"/>
          </p:nvPr>
        </p:nvSpPr>
        <p:spPr>
          <a:xfrm>
            <a:off x="1792440" y="612720"/>
            <a:ext cx="5486040" cy="4114440"/>
          </a:xfrm>
          <a:prstGeom prst="rect">
            <a:avLst/>
          </a:prstGeom>
          <a:noFill/>
          <a:ln w="0">
            <a:noFill/>
          </a:ln>
        </p:spPr>
        <p:txBody>
          <a:bodyPr lIns="90000" tIns="45000" rIns="90000" bIns="45000" anchor="t">
            <a:noAutofit/>
          </a:bodyPr>
          <a:lstStyle/>
          <a:p>
            <a:pPr marL="432000" indent="-324000">
              <a:spcBef>
                <a:spcPts val="1417"/>
              </a:spcBef>
              <a:buClr>
                <a:srgbClr val="000000"/>
              </a:buClr>
              <a:buSzPct val="45000"/>
              <a:buFont typeface="Wingdings" charset="2"/>
              <a:buChar char=""/>
            </a:pPr>
            <a:r>
              <a:rPr lang="en-US" sz="3200" b="0" u="none" strike="noStrike">
                <a:solidFill>
                  <a:schemeClr val="dk1"/>
                </a:solidFill>
                <a:uFillTx/>
                <a:latin typeface="Calibri"/>
              </a:rPr>
              <a:t>Click to edit the outline text format</a:t>
            </a:r>
          </a:p>
          <a:p>
            <a:pPr marL="864000" lvl="1" indent="-324000">
              <a:spcBef>
                <a:spcPts val="1134"/>
              </a:spcBef>
              <a:buClr>
                <a:srgbClr val="000000"/>
              </a:buClr>
              <a:buSzPct val="75000"/>
              <a:buFont typeface="Symbol" charset="2"/>
              <a:buChar char=""/>
            </a:pPr>
            <a:r>
              <a:rPr lang="en-US" sz="3200" b="0" u="none" strike="noStrike">
                <a:solidFill>
                  <a:schemeClr val="dk1"/>
                </a:solidFill>
                <a:uFillTx/>
                <a:latin typeface="Calibri"/>
              </a:rPr>
              <a:t>Second Outline Level</a:t>
            </a:r>
          </a:p>
          <a:p>
            <a:pPr marL="1296000" lvl="2" indent="-288000">
              <a:spcBef>
                <a:spcPts val="850"/>
              </a:spcBef>
              <a:buClr>
                <a:srgbClr val="000000"/>
              </a:buClr>
              <a:buSzPct val="45000"/>
              <a:buFont typeface="Wingdings" charset="2"/>
              <a:buChar char=""/>
            </a:pPr>
            <a:r>
              <a:rPr lang="en-US" sz="3200" b="0" u="none" strike="noStrike">
                <a:solidFill>
                  <a:schemeClr val="dk1"/>
                </a:solidFill>
                <a:uFillTx/>
                <a:latin typeface="Calibri"/>
              </a:rPr>
              <a:t>Third Outline Level</a:t>
            </a:r>
          </a:p>
          <a:p>
            <a:pPr marL="1728000" lvl="3" indent="-216000">
              <a:spcBef>
                <a:spcPts val="567"/>
              </a:spcBef>
              <a:buClr>
                <a:srgbClr val="000000"/>
              </a:buClr>
              <a:buSzPct val="75000"/>
              <a:buFont typeface="Symbol" charset="2"/>
              <a:buChar char=""/>
            </a:pPr>
            <a:r>
              <a:rPr lang="en-US" sz="3200" b="0" u="none" strike="noStrike">
                <a:solidFill>
                  <a:schemeClr val="dk1"/>
                </a:solidFill>
                <a:uFillTx/>
                <a:latin typeface="Calibri"/>
              </a:rPr>
              <a:t>Fourth Outline Level</a:t>
            </a:r>
          </a:p>
          <a:p>
            <a:pPr marL="2160000" lvl="4" indent="-216000">
              <a:spcBef>
                <a:spcPts val="283"/>
              </a:spcBef>
              <a:buClr>
                <a:srgbClr val="000000"/>
              </a:buClr>
              <a:buSzPct val="45000"/>
              <a:buFont typeface="Wingdings" charset="2"/>
              <a:buChar char=""/>
            </a:pPr>
            <a:r>
              <a:rPr lang="en-US" sz="3200" b="0" u="none" strike="noStrike">
                <a:solidFill>
                  <a:schemeClr val="dk1"/>
                </a:solidFill>
                <a:uFillTx/>
                <a:latin typeface="Calibri"/>
              </a:rPr>
              <a:t>Fifth Outline Level</a:t>
            </a:r>
          </a:p>
          <a:p>
            <a:pPr marL="2592000" lvl="5" indent="-216000">
              <a:spcBef>
                <a:spcPts val="283"/>
              </a:spcBef>
              <a:buClr>
                <a:srgbClr val="000000"/>
              </a:buClr>
              <a:buSzPct val="45000"/>
              <a:buFont typeface="Wingdings" charset="2"/>
              <a:buChar char=""/>
            </a:pPr>
            <a:r>
              <a:rPr lang="en-US" sz="3200" b="0" u="none" strike="noStrike">
                <a:solidFill>
                  <a:schemeClr val="dk1"/>
                </a:solidFill>
                <a:uFillTx/>
                <a:latin typeface="Calibri"/>
              </a:rPr>
              <a:t>Sixth Outline Level</a:t>
            </a:r>
          </a:p>
          <a:p>
            <a:pPr marL="3024000" lvl="6" indent="-216000">
              <a:spcBef>
                <a:spcPts val="283"/>
              </a:spcBef>
              <a:buClr>
                <a:srgbClr val="000000"/>
              </a:buClr>
              <a:buSzPct val="45000"/>
              <a:buFont typeface="Wingdings" charset="2"/>
              <a:buChar char=""/>
            </a:pPr>
            <a:r>
              <a:rPr lang="en-US" sz="3200" b="0" u="none" strike="noStrike">
                <a:solidFill>
                  <a:schemeClr val="dk1"/>
                </a:solidFill>
                <a:uFillTx/>
                <a:latin typeface="Calibri"/>
              </a:rPr>
              <a:t>Seventh Outline Level</a:t>
            </a:r>
          </a:p>
        </p:txBody>
      </p:sp>
      <p:sp>
        <p:nvSpPr>
          <p:cNvPr id="72" name="PlaceHolder 3"/>
          <p:cNvSpPr>
            <a:spLocks noGrp="1"/>
          </p:cNvSpPr>
          <p:nvPr>
            <p:ph type="body"/>
          </p:nvPr>
        </p:nvSpPr>
        <p:spPr>
          <a:xfrm>
            <a:off x="1792440" y="5367240"/>
            <a:ext cx="5486040" cy="804600"/>
          </a:xfrm>
          <a:prstGeom prst="rect">
            <a:avLst/>
          </a:prstGeom>
          <a:noFill/>
          <a:ln w="0">
            <a:noFill/>
          </a:ln>
        </p:spPr>
        <p:txBody>
          <a:bodyPr lIns="91440" tIns="45720" rIns="91440" bIns="45720" anchor="t">
            <a:noAutofit/>
          </a:bodyPr>
          <a:lstStyle/>
          <a:p>
            <a:pPr indent="0" defTabSz="457200">
              <a:lnSpc>
                <a:spcPct val="100000"/>
              </a:lnSpc>
              <a:spcBef>
                <a:spcPts val="281"/>
              </a:spcBef>
              <a:buNone/>
              <a:tabLst>
                <a:tab pos="0" algn="l"/>
              </a:tabLst>
            </a:pPr>
            <a:r>
              <a:rPr lang="en-US" sz="1400" b="0" u="none" strike="noStrike">
                <a:solidFill>
                  <a:schemeClr val="dk1"/>
                </a:solidFill>
                <a:uFillTx/>
                <a:latin typeface="Calibri"/>
              </a:rPr>
              <a:t>Click to edit Master text styles</a:t>
            </a:r>
          </a:p>
        </p:txBody>
      </p:sp>
      <p:sp>
        <p:nvSpPr>
          <p:cNvPr id="73" name="PlaceHolder 4"/>
          <p:cNvSpPr>
            <a:spLocks noGrp="1"/>
          </p:cNvSpPr>
          <p:nvPr>
            <p:ph type="dt" idx="31"/>
          </p:nvPr>
        </p:nvSpPr>
        <p:spPr>
          <a:xfrm>
            <a:off x="457200" y="6356520"/>
            <a:ext cx="2133360" cy="364680"/>
          </a:xfrm>
          <a:prstGeom prst="rect">
            <a:avLst/>
          </a:prstGeom>
          <a:noFill/>
          <a:ln w="0">
            <a:noFill/>
          </a:ln>
        </p:spPr>
        <p:txBody>
          <a:bodyPr lIns="91440" tIns="45720" rIns="91440" bIns="45720" anchor="ctr">
            <a:noAutofit/>
          </a:bodyPr>
          <a:lstStyle>
            <a:lvl1pPr indent="0" defTabSz="457200">
              <a:lnSpc>
                <a:spcPct val="100000"/>
              </a:lnSpc>
              <a:buNone/>
              <a:defRPr lang="en-US" sz="1200" b="0" u="none" strike="noStrike">
                <a:solidFill>
                  <a:schemeClr val="dk1">
                    <a:tint val="75000"/>
                  </a:schemeClr>
                </a:solidFill>
                <a:uFillTx/>
                <a:latin typeface="Calibri"/>
              </a:defRPr>
            </a:lvl1pPr>
          </a:lstStyle>
          <a:p>
            <a:pPr indent="0" defTabSz="457200">
              <a:lnSpc>
                <a:spcPct val="100000"/>
              </a:lnSpc>
              <a:buNone/>
            </a:pPr>
            <a:r>
              <a:rPr lang="en-US" sz="1200" b="0" u="none" strike="noStrike">
                <a:solidFill>
                  <a:schemeClr val="dk1">
                    <a:tint val="75000"/>
                  </a:schemeClr>
                </a:solidFill>
                <a:uFillTx/>
                <a:latin typeface="Calibri"/>
              </a:rPr>
              <a:t> </a:t>
            </a:r>
            <a:endParaRPr lang="en-IN" sz="1200" b="0" u="none" strike="noStrike">
              <a:solidFill>
                <a:srgbClr val="000000"/>
              </a:solidFill>
              <a:uFillTx/>
              <a:latin typeface="Times New Roman"/>
            </a:endParaRPr>
          </a:p>
        </p:txBody>
      </p:sp>
      <p:sp>
        <p:nvSpPr>
          <p:cNvPr id="74" name="PlaceHolder 5"/>
          <p:cNvSpPr>
            <a:spLocks noGrp="1"/>
          </p:cNvSpPr>
          <p:nvPr>
            <p:ph type="ftr" idx="32"/>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IN" sz="1400" b="0" u="none" strike="noStrike">
                <a:solidFill>
                  <a:srgbClr val="000000"/>
                </a:solidFill>
                <a:uFillTx/>
                <a:latin typeface="Times New Roman"/>
              </a:defRPr>
            </a:lvl1pPr>
          </a:lstStyle>
          <a:p>
            <a:pPr indent="0" algn="ctr">
              <a:buNone/>
            </a:pPr>
            <a:r>
              <a:rPr lang="en-IN" sz="1400" b="0" u="none" strike="noStrike">
                <a:solidFill>
                  <a:srgbClr val="000000"/>
                </a:solidFill>
                <a:uFillTx/>
                <a:latin typeface="Times New Roman"/>
              </a:rPr>
              <a:t>&lt;footer&gt;</a:t>
            </a:r>
          </a:p>
        </p:txBody>
      </p:sp>
      <p:sp>
        <p:nvSpPr>
          <p:cNvPr id="75" name="PlaceHolder 6"/>
          <p:cNvSpPr>
            <a:spLocks noGrp="1"/>
          </p:cNvSpPr>
          <p:nvPr>
            <p:ph type="sldNum" idx="33"/>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uFillTx/>
                <a:latin typeface="Calibri"/>
              </a:defRPr>
            </a:lvl1pPr>
          </a:lstStyle>
          <a:p>
            <a:pPr indent="0" algn="r" defTabSz="457200">
              <a:lnSpc>
                <a:spcPct val="100000"/>
              </a:lnSpc>
              <a:buNone/>
            </a:pPr>
            <a:fld id="{254A5A88-9BD0-4840-A7A1-7F8C0A96C5D6}" type="slidenum">
              <a:rPr lang="en-US" sz="1200" b="0" u="none" strike="noStrike">
                <a:solidFill>
                  <a:schemeClr val="dk1">
                    <a:tint val="75000"/>
                  </a:schemeClr>
                </a:solidFill>
                <a:uFillTx/>
                <a:latin typeface="Calibri"/>
              </a:rPr>
              <a:t>‹#›</a:t>
            </a:fld>
            <a:endParaRPr lang="en-IN" sz="1200" b="0" u="none" strike="noStrike">
              <a:solidFill>
                <a:srgbClr val="000000"/>
              </a:solidFill>
              <a:uFillTx/>
              <a:latin typeface="Times New Roman"/>
            </a:endParaRPr>
          </a:p>
        </p:txBody>
      </p:sp>
    </p:spTree>
  </p:cSld>
  <p:clrMap bg1="lt1" tx1="dk1" bg2="lt2" tx2="dk2" accent1="accent1" accent2="accent2" accent3="accent3" accent4="accent4" accent5="accent5" accent6="accent6" hlink="hlink" folHlink="folHlink"/>
  <p:sldLayoutIdLst>
    <p:sldLayoutId id="214748367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1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1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1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1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1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3" name="Rectangle 82">
            <a:extLst>
              <a:ext uri="{FF2B5EF4-FFF2-40B4-BE49-F238E27FC236}">
                <a16:creationId xmlns:a16="http://schemas.microsoft.com/office/drawing/2014/main" id="{C8320351-9FA2-4A26-885B-BB8F3E4902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5" name="Rectangle 84">
            <a:extLst>
              <a:ext uri="{FF2B5EF4-FFF2-40B4-BE49-F238E27FC236}">
                <a16:creationId xmlns:a16="http://schemas.microsoft.com/office/drawing/2014/main" id="{68CD2EFB-78C2-4C6E-A6B9-4ED12FAD5B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pic>
        <p:nvPicPr>
          <p:cNvPr id="79" name="Picture 78" descr="Abstract light trails against black background">
            <a:extLst>
              <a:ext uri="{FF2B5EF4-FFF2-40B4-BE49-F238E27FC236}">
                <a16:creationId xmlns:a16="http://schemas.microsoft.com/office/drawing/2014/main" id="{44D84A27-1AC2-5470-358D-17CE671F4A76}"/>
              </a:ext>
            </a:extLst>
          </p:cNvPr>
          <p:cNvPicPr>
            <a:picLocks noChangeAspect="1"/>
          </p:cNvPicPr>
          <p:nvPr/>
        </p:nvPicPr>
        <p:blipFill>
          <a:blip r:embed="rId2">
            <a:alphaModFix amt="60000"/>
          </a:blip>
          <a:srcRect l="11133" r="-3" b="-3"/>
          <a:stretch>
            <a:fillRect/>
          </a:stretch>
        </p:blipFill>
        <p:spPr>
          <a:xfrm>
            <a:off x="20" y="10"/>
            <a:ext cx="9143980" cy="6857990"/>
          </a:xfrm>
          <a:prstGeom prst="rect">
            <a:avLst/>
          </a:prstGeom>
        </p:spPr>
      </p:pic>
      <p:sp>
        <p:nvSpPr>
          <p:cNvPr id="76" name="PlaceHolder 1"/>
          <p:cNvSpPr>
            <a:spLocks noGrp="1"/>
          </p:cNvSpPr>
          <p:nvPr>
            <p:ph type="title"/>
          </p:nvPr>
        </p:nvSpPr>
        <p:spPr>
          <a:xfrm>
            <a:off x="630936" y="600427"/>
            <a:ext cx="7406640" cy="3299902"/>
          </a:xfrm>
          <a:prstGeom prst="rect">
            <a:avLst/>
          </a:prstGeom>
        </p:spPr>
        <p:txBody>
          <a:bodyPr lIns="91440" tIns="45720" rIns="91440" bIns="45720">
            <a:normAutofit/>
          </a:bodyPr>
          <a:lstStyle/>
          <a:p>
            <a:pPr indent="0" defTabSz="457200">
              <a:buNone/>
            </a:pPr>
            <a:r>
              <a:rPr lang="en-US" sz="6000" b="0" u="none" strike="noStrike">
                <a:solidFill>
                  <a:srgbClr val="FFFFFF"/>
                </a:solidFill>
                <a:uFillTx/>
                <a:latin typeface="Calibri"/>
              </a:rPr>
              <a:t>Drowsiness Detection Using MobileNet and Streamlit</a:t>
            </a:r>
          </a:p>
        </p:txBody>
      </p:sp>
      <p:sp>
        <p:nvSpPr>
          <p:cNvPr id="77" name="PlaceHolder 2"/>
          <p:cNvSpPr>
            <a:spLocks noGrp="1"/>
          </p:cNvSpPr>
          <p:nvPr>
            <p:ph type="subTitle"/>
          </p:nvPr>
        </p:nvSpPr>
        <p:spPr>
          <a:xfrm>
            <a:off x="644652" y="4072045"/>
            <a:ext cx="7406640" cy="1414355"/>
          </a:xfrm>
          <a:prstGeom prst="rect">
            <a:avLst/>
          </a:prstGeom>
        </p:spPr>
        <p:txBody>
          <a:bodyPr lIns="91440" tIns="45720" rIns="91440" bIns="45720">
            <a:normAutofit/>
          </a:bodyPr>
          <a:lstStyle/>
          <a:p>
            <a:pPr indent="0" defTabSz="457200">
              <a:spcBef>
                <a:spcPts val="1191"/>
              </a:spcBef>
              <a:spcAft>
                <a:spcPts val="992"/>
              </a:spcAft>
              <a:buNone/>
              <a:tabLst>
                <a:tab pos="0" algn="l"/>
              </a:tabLst>
            </a:pPr>
            <a:r>
              <a:rPr lang="en-IN" sz="4100" b="0" u="none" strike="noStrike">
                <a:solidFill>
                  <a:srgbClr val="FFFFFF"/>
                </a:solidFill>
                <a:uFillTx/>
                <a:latin typeface="Calibri"/>
              </a:rPr>
              <a:t>Real-Time Drowsiness Detection Using MobileNet &amp; Streamlit</a:t>
            </a:r>
            <a:endParaRPr lang="en-IN" sz="4100" b="0" u="none" strike="noStrike">
              <a:solidFill>
                <a:srgbClr val="FFFFFF"/>
              </a:solidFill>
              <a:uFillTx/>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4" name="Rectangle 83">
            <a:extLst>
              <a:ext uri="{FF2B5EF4-FFF2-40B4-BE49-F238E27FC236}">
                <a16:creationId xmlns:a16="http://schemas.microsoft.com/office/drawing/2014/main" id="{4522B21E-B2B9-4C72-9A71-C87EFD1374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tangle 85">
            <a:extLst>
              <a:ext uri="{FF2B5EF4-FFF2-40B4-BE49-F238E27FC236}">
                <a16:creationId xmlns:a16="http://schemas.microsoft.com/office/drawing/2014/main" id="{5EB7D2A2-F448-44D4-938C-DC84CBCB3B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9144000" cy="4412583"/>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8" name="Rectangle 87">
            <a:extLst>
              <a:ext uri="{FF2B5EF4-FFF2-40B4-BE49-F238E27FC236}">
                <a16:creationId xmlns:a16="http://schemas.microsoft.com/office/drawing/2014/main" id="{871AEA07-1E14-44B4-8E55-64EF049CD6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7348" y="551962"/>
            <a:ext cx="8249304" cy="4618549"/>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PlaceHolder 1"/>
          <p:cNvSpPr>
            <a:spLocks noGrp="1"/>
          </p:cNvSpPr>
          <p:nvPr>
            <p:ph type="title"/>
          </p:nvPr>
        </p:nvSpPr>
        <p:spPr>
          <a:xfrm>
            <a:off x="1143000" y="1293338"/>
            <a:ext cx="6858000" cy="3274592"/>
          </a:xfrm>
          <a:prstGeom prst="rect">
            <a:avLst/>
          </a:prstGeom>
        </p:spPr>
        <p:txBody>
          <a:bodyPr vert="horz" lIns="91440" tIns="45720" rIns="91440" bIns="45720" rtlCol="0" anchor="ctr">
            <a:normAutofit/>
          </a:bodyPr>
          <a:lstStyle/>
          <a:p>
            <a:pPr indent="0" algn="ctr">
              <a:spcAft>
                <a:spcPts val="992"/>
              </a:spcAft>
            </a:pPr>
            <a:r>
              <a:rPr lang="en-US" sz="2500" b="0" u="none" strike="noStrike" kern="1200">
                <a:solidFill>
                  <a:schemeClr val="tx1"/>
                </a:solidFill>
                <a:uFillTx/>
                <a:latin typeface="+mj-lt"/>
                <a:ea typeface="+mj-ea"/>
                <a:cs typeface="+mj-cs"/>
              </a:rPr>
              <a:t>The goal of this project is to build a lightweight, real-time system that can detect driver drowsiness using a webcam feed. By leveraging computer vision and a deep learning model (MobileNet), the system classifies whether the driver is awake or drowsy based on facial and eye features. When drowsiness is detected, an alarm is triggered to alert the driver and potentially prevent accidents.</a:t>
            </a:r>
          </a:p>
        </p:txBody>
      </p:sp>
      <p:sp>
        <p:nvSpPr>
          <p:cNvPr id="79" name="PlaceHolder 2"/>
          <p:cNvSpPr>
            <a:spLocks noGrp="1"/>
          </p:cNvSpPr>
          <p:nvPr>
            <p:ph/>
          </p:nvPr>
        </p:nvSpPr>
        <p:spPr>
          <a:xfrm>
            <a:off x="1143000" y="5514052"/>
            <a:ext cx="6858000" cy="651910"/>
          </a:xfrm>
          <a:prstGeom prst="rect">
            <a:avLst/>
          </a:prstGeom>
        </p:spPr>
        <p:txBody>
          <a:bodyPr vert="horz" lIns="91440" tIns="45720" rIns="91440" bIns="45720" rtlCol="0" anchor="ctr">
            <a:normAutofit/>
          </a:bodyPr>
          <a:lstStyle/>
          <a:p>
            <a:pPr algn="ctr">
              <a:spcBef>
                <a:spcPts val="1000"/>
              </a:spcBef>
              <a:buClr>
                <a:srgbClr val="000000"/>
              </a:buClr>
              <a:buSzPct val="45000"/>
            </a:pPr>
            <a:r>
              <a:rPr lang="en-US" sz="2400" b="0" u="none" strike="noStrike" kern="1200">
                <a:solidFill>
                  <a:schemeClr val="tx1"/>
                </a:solidFill>
                <a:uFillTx/>
                <a:latin typeface="+mn-lt"/>
                <a:ea typeface="+mn-ea"/>
                <a:cs typeface="+mn-cs"/>
              </a:rPr>
              <a:t>Objective</a:t>
            </a:r>
          </a:p>
        </p:txBody>
      </p:sp>
      <p:cxnSp>
        <p:nvCxnSpPr>
          <p:cNvPr id="90" name="Straight Connector 89">
            <a:extLst>
              <a:ext uri="{FF2B5EF4-FFF2-40B4-BE49-F238E27FC236}">
                <a16:creationId xmlns:a16="http://schemas.microsoft.com/office/drawing/2014/main" id="{F7C8EA93-3210-4C62-99E9-153C275E3A8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447348" y="6354708"/>
            <a:ext cx="8250174" cy="0"/>
          </a:xfrm>
          <a:prstGeom prst="line">
            <a:avLst/>
          </a:prstGeom>
          <a:ln w="101600">
            <a:solidFill>
              <a:schemeClr val="accent4"/>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 name="PlaceHolder 1"/>
          <p:cNvSpPr>
            <a:spLocks noGrp="1"/>
          </p:cNvSpPr>
          <p:nvPr>
            <p:ph type="title"/>
          </p:nvPr>
        </p:nvSpPr>
        <p:spPr>
          <a:xfrm>
            <a:off x="685800" y="2130480"/>
            <a:ext cx="8134200" cy="4349520"/>
          </a:xfrm>
          <a:prstGeom prst="rect">
            <a:avLst/>
          </a:prstGeom>
          <a:noFill/>
          <a:ln w="0">
            <a:noFill/>
          </a:ln>
        </p:spPr>
        <p:txBody>
          <a:bodyPr lIns="0" tIns="0" rIns="0" bIns="0" anchor="ctr">
            <a:noAutofit/>
          </a:bodyPr>
          <a:lstStyle/>
          <a:p>
            <a:pPr indent="0">
              <a:lnSpc>
                <a:spcPct val="100000"/>
              </a:lnSpc>
              <a:spcBef>
                <a:spcPts val="1191"/>
              </a:spcBef>
              <a:spcAft>
                <a:spcPts val="992"/>
              </a:spcAft>
              <a:buNone/>
            </a:pPr>
            <a:br>
              <a:rPr sz="1000"/>
            </a:br>
            <a:endParaRPr lang="en-US" sz="1000" b="0" u="none" strike="noStrike">
              <a:solidFill>
                <a:schemeClr val="dk1"/>
              </a:solidFill>
              <a:uFillTx/>
              <a:latin typeface="Calibri"/>
            </a:endParaRPr>
          </a:p>
        </p:txBody>
      </p:sp>
      <p:sp>
        <p:nvSpPr>
          <p:cNvPr id="81" name="PlaceHolder 2"/>
          <p:cNvSpPr>
            <a:spLocks noGrp="1"/>
          </p:cNvSpPr>
          <p:nvPr>
            <p:ph/>
          </p:nvPr>
        </p:nvSpPr>
        <p:spPr>
          <a:xfrm>
            <a:off x="457200" y="360000"/>
            <a:ext cx="8182800" cy="540000"/>
          </a:xfrm>
          <a:prstGeom prst="rect">
            <a:avLst/>
          </a:prstGeom>
          <a:noFill/>
          <a:ln w="0">
            <a:noFill/>
          </a:ln>
        </p:spPr>
        <p:txBody>
          <a:bodyPr lIns="0" tIns="0" rIns="0" bIns="0" anchor="t">
            <a:normAutofit lnSpcReduction="9999"/>
          </a:bodyPr>
          <a:lstStyle/>
          <a:p>
            <a:pPr marL="432000" indent="-324000">
              <a:lnSpc>
                <a:spcPct val="100000"/>
              </a:lnSpc>
              <a:spcBef>
                <a:spcPts val="1191"/>
              </a:spcBef>
              <a:spcAft>
                <a:spcPts val="992"/>
              </a:spcAft>
              <a:buClr>
                <a:srgbClr val="000000"/>
              </a:buClr>
              <a:buSzPct val="45000"/>
              <a:buFont typeface="Wingdings" charset="2"/>
              <a:buChar char=""/>
            </a:pPr>
            <a:r>
              <a:rPr lang="en-US" sz="4400" b="1" u="none" strike="noStrike">
                <a:solidFill>
                  <a:schemeClr val="dk1"/>
                </a:solidFill>
                <a:uFillTx/>
                <a:latin typeface="Calibri"/>
              </a:rPr>
              <a:t>Motivation &amp; Problem Statement</a:t>
            </a:r>
            <a:endParaRPr lang="en-US" sz="4400" b="0" u="none" strike="noStrike">
              <a:solidFill>
                <a:schemeClr val="dk1"/>
              </a:solidFill>
              <a:uFillTx/>
              <a:latin typeface="Calibri"/>
            </a:endParaRPr>
          </a:p>
        </p:txBody>
      </p:sp>
      <p:sp>
        <p:nvSpPr>
          <p:cNvPr id="82" name="TextBox 81"/>
          <p:cNvSpPr txBox="1"/>
          <p:nvPr/>
        </p:nvSpPr>
        <p:spPr>
          <a:xfrm>
            <a:off x="309240" y="1080000"/>
            <a:ext cx="8510760" cy="5220000"/>
          </a:xfrm>
          <a:prstGeom prst="rect">
            <a:avLst/>
          </a:prstGeom>
          <a:noFill/>
          <a:ln w="0">
            <a:noFill/>
          </a:ln>
        </p:spPr>
        <p:txBody>
          <a:bodyPr lIns="90000" tIns="45000" rIns="90000" bIns="45000" anchor="t">
            <a:noAutofit/>
          </a:bodyPr>
          <a:lstStyle/>
          <a:p>
            <a:r>
              <a:rPr lang="en-IN" sz="2000" u="none" strike="noStrike" dirty="0">
                <a:solidFill>
                  <a:srgbClr val="000000"/>
                </a:solidFill>
                <a:uFillTx/>
                <a:latin typeface="Cambria"/>
              </a:rPr>
              <a:t>Drowsy</a:t>
            </a:r>
            <a:r>
              <a:rPr lang="en-IN" sz="2000" u="none" strike="noStrike" dirty="0">
                <a:solidFill>
                  <a:srgbClr val="000000"/>
                </a:solidFill>
                <a:uFillTx/>
                <a:latin typeface="Arial"/>
              </a:rPr>
              <a:t> </a:t>
            </a:r>
            <a:r>
              <a:rPr lang="en-IN" sz="2000" u="none" strike="noStrike" dirty="0">
                <a:solidFill>
                  <a:srgbClr val="000000"/>
                </a:solidFill>
                <a:uFillTx/>
                <a:latin typeface="Calibri"/>
              </a:rPr>
              <a:t>driving is one of the leading causes of road accidents globally.</a:t>
            </a:r>
            <a:endParaRPr lang="en-IN" sz="2000" u="none" strike="noStrike">
              <a:solidFill>
                <a:srgbClr val="000000"/>
              </a:solidFill>
              <a:uFillTx/>
              <a:latin typeface="Arial"/>
              <a:cs typeface="Arial"/>
            </a:endParaRPr>
          </a:p>
          <a:p>
            <a:endParaRPr lang="en-IN" sz="2000" dirty="0">
              <a:solidFill>
                <a:srgbClr val="000000"/>
              </a:solidFill>
              <a:latin typeface="Calibri"/>
            </a:endParaRPr>
          </a:p>
          <a:p>
            <a:r>
              <a:rPr lang="en-IN" sz="2000" u="none" strike="noStrike" dirty="0">
                <a:solidFill>
                  <a:srgbClr val="000000"/>
                </a:solidFill>
                <a:uFillTx/>
                <a:latin typeface="Calibri"/>
              </a:rPr>
              <a:t>According to research, 20–30% of road accidents are linked to driver fatigue.</a:t>
            </a:r>
            <a:endParaRPr lang="en-IN" sz="2000" u="none" strike="noStrike">
              <a:solidFill>
                <a:srgbClr val="000000"/>
              </a:solidFill>
              <a:uFillTx/>
              <a:latin typeface="Arial"/>
              <a:cs typeface="Arial"/>
            </a:endParaRPr>
          </a:p>
          <a:p>
            <a:endParaRPr lang="en-IN" sz="2000" dirty="0">
              <a:solidFill>
                <a:srgbClr val="000000"/>
              </a:solidFill>
              <a:latin typeface="Calibri"/>
            </a:endParaRPr>
          </a:p>
          <a:p>
            <a:r>
              <a:rPr lang="en-IN" sz="2000" u="none" strike="noStrike" dirty="0">
                <a:solidFill>
                  <a:srgbClr val="000000"/>
                </a:solidFill>
                <a:uFillTx/>
                <a:latin typeface="Calibri"/>
              </a:rPr>
              <a:t>Drowsiness reduces alertness, delays reaction time, and increases the risk of collisions.</a:t>
            </a:r>
            <a:endParaRPr lang="en-IN" sz="2000" u="none" strike="noStrike">
              <a:solidFill>
                <a:srgbClr val="000000"/>
              </a:solidFill>
              <a:uFillTx/>
              <a:latin typeface="Arial"/>
              <a:cs typeface="Arial"/>
            </a:endParaRPr>
          </a:p>
          <a:p>
            <a:endParaRPr lang="en-IN" sz="2000" dirty="0">
              <a:solidFill>
                <a:srgbClr val="000000"/>
              </a:solidFill>
              <a:latin typeface="Calibri"/>
            </a:endParaRPr>
          </a:p>
          <a:p>
            <a:r>
              <a:rPr lang="en-IN" sz="2000" u="none" strike="noStrike" dirty="0">
                <a:solidFill>
                  <a:srgbClr val="000000"/>
                </a:solidFill>
                <a:uFillTx/>
                <a:latin typeface="Calibri"/>
              </a:rPr>
              <a:t>Unlike drunk driving, drowsiness often goes unnoticed until it's too late.</a:t>
            </a:r>
            <a:endParaRPr lang="en-IN" sz="2000" u="none" strike="noStrike">
              <a:solidFill>
                <a:srgbClr val="000000"/>
              </a:solidFill>
              <a:uFillTx/>
              <a:latin typeface="Arial"/>
              <a:cs typeface="Arial"/>
            </a:endParaRPr>
          </a:p>
          <a:p>
            <a:r>
              <a:rPr lang="en-IN" sz="2000" u="none" strike="noStrike" dirty="0">
                <a:solidFill>
                  <a:srgbClr val="000000"/>
                </a:solidFill>
                <a:uFillTx/>
                <a:latin typeface="Calibri"/>
              </a:rPr>
              <a:t>Traditional monitoring methods (e.g., periodic checks) are not reliable or scalable.</a:t>
            </a:r>
            <a:endParaRPr lang="en-IN" sz="2000" u="none" strike="noStrike">
              <a:solidFill>
                <a:srgbClr val="000000"/>
              </a:solidFill>
              <a:uFillTx/>
              <a:latin typeface="Arial"/>
              <a:cs typeface="Arial"/>
            </a:endParaRPr>
          </a:p>
          <a:p>
            <a:endParaRPr lang="en-IN" sz="2000" dirty="0">
              <a:solidFill>
                <a:srgbClr val="000000"/>
              </a:solidFill>
              <a:latin typeface="Calibri"/>
            </a:endParaRPr>
          </a:p>
          <a:p>
            <a:r>
              <a:rPr lang="en-IN" sz="2000" u="none" strike="noStrike" dirty="0">
                <a:solidFill>
                  <a:srgbClr val="000000"/>
                </a:solidFill>
                <a:uFillTx/>
                <a:latin typeface="Calibri"/>
              </a:rPr>
              <a:t>There is a growing need for a non-invasive, real-time, and automated system to detect early signs of drowsiness.</a:t>
            </a:r>
            <a:endParaRPr lang="en-IN" sz="2000" u="none" strike="noStrike">
              <a:solidFill>
                <a:srgbClr val="000000"/>
              </a:solidFill>
              <a:uFillTx/>
              <a:latin typeface="Arial"/>
              <a:cs typeface="Arial"/>
            </a:endParaRPr>
          </a:p>
          <a:p>
            <a:endParaRPr lang="en-IN" sz="2000" dirty="0">
              <a:solidFill>
                <a:srgbClr val="000000"/>
              </a:solidFill>
              <a:latin typeface="Calibri"/>
            </a:endParaRPr>
          </a:p>
          <a:p>
            <a:r>
              <a:rPr lang="en-IN" sz="2000" u="none" strike="noStrike" dirty="0">
                <a:solidFill>
                  <a:srgbClr val="000000"/>
                </a:solidFill>
                <a:uFillTx/>
                <a:latin typeface="Calibri"/>
              </a:rPr>
              <a:t>Computer vision and deep learning provide an effective way to continuously monitor facial and eye </a:t>
            </a:r>
            <a:r>
              <a:rPr lang="en-IN" sz="2000" u="none" strike="noStrike" err="1">
                <a:solidFill>
                  <a:srgbClr val="000000"/>
                </a:solidFill>
                <a:uFillTx/>
                <a:latin typeface="Calibri"/>
              </a:rPr>
              <a:t>behavior</a:t>
            </a:r>
            <a:r>
              <a:rPr lang="en-IN" sz="2000" u="none" strike="noStrike" dirty="0">
                <a:solidFill>
                  <a:srgbClr val="000000"/>
                </a:solidFill>
                <a:uFillTx/>
                <a:latin typeface="Calibri"/>
              </a:rPr>
              <a:t> without physical contact.</a:t>
            </a:r>
            <a:endParaRPr lang="en-IN" sz="2000" u="none" strike="noStrike" dirty="0">
              <a:solidFill>
                <a:srgbClr val="000000"/>
              </a:solidFill>
              <a:uFillTx/>
              <a:latin typeface="Arial"/>
            </a:endParaRPr>
          </a:p>
          <a:p>
            <a:endParaRPr lang="en-IN" sz="1200" b="0" u="none" strike="noStrike">
              <a:solidFill>
                <a:srgbClr val="000000"/>
              </a:solidFill>
              <a:uFillTx/>
              <a:latin typeface="Arial"/>
            </a:endParaRPr>
          </a:p>
          <a:p>
            <a:endParaRPr lang="en-IN" sz="1000" b="0" u="none" strike="noStrike">
              <a:solidFill>
                <a:srgbClr val="000000"/>
              </a:solidFill>
              <a:uFillTx/>
              <a:latin typeface="Arial"/>
            </a:endParaRPr>
          </a:p>
          <a:p>
            <a:endParaRPr lang="en-IN" sz="1000" b="0" u="none" strike="noStrike">
              <a:solidFill>
                <a:srgbClr val="000000"/>
              </a:solidFill>
              <a:uFillTx/>
              <a:latin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7" name="Rectangle 116">
            <a:extLst>
              <a:ext uri="{FF2B5EF4-FFF2-40B4-BE49-F238E27FC236}">
                <a16:creationId xmlns:a16="http://schemas.microsoft.com/office/drawing/2014/main" id="{7517A47C-B2E5-4B79-8061-D74B1311A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8" name="Freeform: Shape 117">
            <a:extLst>
              <a:ext uri="{FF2B5EF4-FFF2-40B4-BE49-F238E27FC236}">
                <a16:creationId xmlns:a16="http://schemas.microsoft.com/office/drawing/2014/main" id="{C505E780-2083-4CB5-A42A-5E0E2908EC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614166" cy="6858000"/>
          </a:xfrm>
          <a:custGeom>
            <a:avLst/>
            <a:gdLst>
              <a:gd name="connsiteX0" fmla="*/ 0 w 4818889"/>
              <a:gd name="connsiteY0" fmla="*/ 0 h 6858000"/>
              <a:gd name="connsiteX1" fmla="*/ 3605911 w 4818889"/>
              <a:gd name="connsiteY1" fmla="*/ 0 h 6858000"/>
              <a:gd name="connsiteX2" fmla="*/ 3668894 w 4818889"/>
              <a:gd name="connsiteY2" fmla="*/ 69271 h 6858000"/>
              <a:gd name="connsiteX3" fmla="*/ 4818889 w 4818889"/>
              <a:gd name="connsiteY3" fmla="*/ 3429000 h 6858000"/>
              <a:gd name="connsiteX4" fmla="*/ 3668894 w 4818889"/>
              <a:gd name="connsiteY4" fmla="*/ 6788730 h 6858000"/>
              <a:gd name="connsiteX5" fmla="*/ 3605911 w 4818889"/>
              <a:gd name="connsiteY5" fmla="*/ 6858000 h 6858000"/>
              <a:gd name="connsiteX6" fmla="*/ 0 w 481888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8889" h="6858000">
                <a:moveTo>
                  <a:pt x="0" y="0"/>
                </a:moveTo>
                <a:lnTo>
                  <a:pt x="3605911" y="0"/>
                </a:lnTo>
                <a:lnTo>
                  <a:pt x="3668894" y="69271"/>
                </a:lnTo>
                <a:cubicBezTo>
                  <a:pt x="4379420" y="929100"/>
                  <a:pt x="4818889" y="2116944"/>
                  <a:pt x="4818889" y="3429000"/>
                </a:cubicBezTo>
                <a:cubicBezTo>
                  <a:pt x="4818889" y="4741056"/>
                  <a:pt x="4379420" y="5928900"/>
                  <a:pt x="3668894" y="6788730"/>
                </a:cubicBezTo>
                <a:lnTo>
                  <a:pt x="3605911"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19" name="Freeform: Shape 118">
            <a:extLst>
              <a:ext uri="{FF2B5EF4-FFF2-40B4-BE49-F238E27FC236}">
                <a16:creationId xmlns:a16="http://schemas.microsoft.com/office/drawing/2014/main" id="{D2C0AE1C-0118-41AE-8A10-7CDCBF10E9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608608" cy="6858000"/>
          </a:xfrm>
          <a:custGeom>
            <a:avLst/>
            <a:gdLst>
              <a:gd name="connsiteX0" fmla="*/ 0 w 4811477"/>
              <a:gd name="connsiteY0" fmla="*/ 0 h 6858000"/>
              <a:gd name="connsiteX1" fmla="*/ 3598499 w 4811477"/>
              <a:gd name="connsiteY1" fmla="*/ 0 h 6858000"/>
              <a:gd name="connsiteX2" fmla="*/ 3661482 w 4811477"/>
              <a:gd name="connsiteY2" fmla="*/ 69271 h 6858000"/>
              <a:gd name="connsiteX3" fmla="*/ 4811477 w 4811477"/>
              <a:gd name="connsiteY3" fmla="*/ 3429000 h 6858000"/>
              <a:gd name="connsiteX4" fmla="*/ 3661482 w 4811477"/>
              <a:gd name="connsiteY4" fmla="*/ 6788730 h 6858000"/>
              <a:gd name="connsiteX5" fmla="*/ 3598499 w 4811477"/>
              <a:gd name="connsiteY5" fmla="*/ 6858000 h 6858000"/>
              <a:gd name="connsiteX6" fmla="*/ 0 w 481147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1477" h="6858000">
                <a:moveTo>
                  <a:pt x="0" y="0"/>
                </a:moveTo>
                <a:lnTo>
                  <a:pt x="3598499" y="0"/>
                </a:lnTo>
                <a:lnTo>
                  <a:pt x="3661482" y="69271"/>
                </a:lnTo>
                <a:cubicBezTo>
                  <a:pt x="4372008" y="929100"/>
                  <a:pt x="4811477" y="2116944"/>
                  <a:pt x="4811477" y="3429000"/>
                </a:cubicBezTo>
                <a:cubicBezTo>
                  <a:pt x="4811477" y="4741056"/>
                  <a:pt x="4372008" y="5928900"/>
                  <a:pt x="3661482" y="6788730"/>
                </a:cubicBezTo>
                <a:lnTo>
                  <a:pt x="3598499"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3" name="PlaceHolder 1"/>
          <p:cNvSpPr>
            <a:spLocks noGrp="1"/>
          </p:cNvSpPr>
          <p:nvPr>
            <p:ph type="title"/>
          </p:nvPr>
        </p:nvSpPr>
        <p:spPr>
          <a:xfrm>
            <a:off x="466344" y="1161288"/>
            <a:ext cx="2702052" cy="4526280"/>
          </a:xfrm>
          <a:prstGeom prst="rect">
            <a:avLst/>
          </a:prstGeom>
        </p:spPr>
        <p:txBody>
          <a:bodyPr lIns="91440" tIns="45720" rIns="91440" bIns="45720">
            <a:normAutofit/>
          </a:bodyPr>
          <a:lstStyle/>
          <a:p>
            <a:pPr indent="0" defTabSz="457200">
              <a:buNone/>
            </a:pPr>
            <a:r>
              <a:rPr lang="en-US" sz="3500" b="0" u="none" strike="noStrike">
                <a:uFillTx/>
                <a:latin typeface="Calibri"/>
              </a:rPr>
              <a:t>Introduction</a:t>
            </a:r>
          </a:p>
        </p:txBody>
      </p:sp>
      <p:sp>
        <p:nvSpPr>
          <p:cNvPr id="96" name="Rectangle 95">
            <a:extLst>
              <a:ext uri="{FF2B5EF4-FFF2-40B4-BE49-F238E27FC236}">
                <a16:creationId xmlns:a16="http://schemas.microsoft.com/office/drawing/2014/main" id="{463EEC44-1BA3-44ED-81FC-A644B04B2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081528"/>
            <a:ext cx="96012"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120" name="PlaceHolder 2">
            <a:extLst>
              <a:ext uri="{FF2B5EF4-FFF2-40B4-BE49-F238E27FC236}">
                <a16:creationId xmlns:a16="http://schemas.microsoft.com/office/drawing/2014/main" id="{42D5157A-54A5-4E61-4FDB-9ADB9DD19556}"/>
              </a:ext>
            </a:extLst>
          </p:cNvPr>
          <p:cNvGraphicFramePr>
            <a:graphicFrameLocks noGrp="1"/>
          </p:cNvGraphicFramePr>
          <p:nvPr>
            <p:ph/>
            <p:extLst>
              <p:ext uri="{D42A27DB-BD31-4B8C-83A1-F6EECF244321}">
                <p14:modId xmlns:p14="http://schemas.microsoft.com/office/powerpoint/2010/main" val="3412539840"/>
              </p:ext>
            </p:extLst>
          </p:nvPr>
        </p:nvGraphicFramePr>
        <p:xfrm>
          <a:off x="3977640" y="676656"/>
          <a:ext cx="4773168" cy="551383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2" name="Rectangle 91">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Rectangle 93">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3" y="1914812"/>
            <a:ext cx="6858000" cy="3028377"/>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Rectangle 95">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4" y="1924949"/>
            <a:ext cx="6857999" cy="302837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Rectangle 97">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3195" y="4092815"/>
            <a:ext cx="2501979" cy="302838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0" name="Freeform: Shape 99">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76302" y="969718"/>
            <a:ext cx="292526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02" name="Rectangle 101">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22" y="1914808"/>
            <a:ext cx="6858003" cy="3028376"/>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PlaceHolder 1"/>
          <p:cNvSpPr>
            <a:spLocks noGrp="1"/>
          </p:cNvSpPr>
          <p:nvPr>
            <p:ph type="title"/>
          </p:nvPr>
        </p:nvSpPr>
        <p:spPr>
          <a:xfrm>
            <a:off x="439858" y="1683756"/>
            <a:ext cx="2336449" cy="2396359"/>
          </a:xfrm>
          <a:prstGeom prst="rect">
            <a:avLst/>
          </a:prstGeom>
        </p:spPr>
        <p:txBody>
          <a:bodyPr lIns="91440" tIns="45720" rIns="91440" bIns="45720" anchor="b">
            <a:normAutofit/>
          </a:bodyPr>
          <a:lstStyle/>
          <a:p>
            <a:pPr indent="0" algn="r" defTabSz="457200">
              <a:buNone/>
            </a:pPr>
            <a:r>
              <a:rPr lang="en-US" sz="3500" b="0" u="none" strike="noStrike">
                <a:solidFill>
                  <a:srgbClr val="FFFFFF"/>
                </a:solidFill>
                <a:uFillTx/>
                <a:latin typeface="Calibri"/>
              </a:rPr>
              <a:t>Dataset</a:t>
            </a:r>
          </a:p>
        </p:txBody>
      </p:sp>
      <p:graphicFrame>
        <p:nvGraphicFramePr>
          <p:cNvPr id="88" name="PlaceHolder 2">
            <a:extLst>
              <a:ext uri="{FF2B5EF4-FFF2-40B4-BE49-F238E27FC236}">
                <a16:creationId xmlns:a16="http://schemas.microsoft.com/office/drawing/2014/main" id="{CC11902F-7E58-56C3-A5C0-3F85E21D95A2}"/>
              </a:ext>
            </a:extLst>
          </p:cNvPr>
          <p:cNvGraphicFramePr>
            <a:graphicFrameLocks noGrp="1"/>
          </p:cNvGraphicFramePr>
          <p:nvPr>
            <p:ph/>
            <p:extLst>
              <p:ext uri="{D42A27DB-BD31-4B8C-83A1-F6EECF244321}">
                <p14:modId xmlns:p14="http://schemas.microsoft.com/office/powerpoint/2010/main" val="3742365684"/>
              </p:ext>
            </p:extLst>
          </p:nvPr>
        </p:nvGraphicFramePr>
        <p:xfrm>
          <a:off x="3678789" y="750440"/>
          <a:ext cx="5000124"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4" name="Rectangle 93">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Rectangle 95">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3" y="1914812"/>
            <a:ext cx="6858000" cy="3028377"/>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Rectangle 97">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4" y="1924949"/>
            <a:ext cx="6857999" cy="302837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Rectangle 99">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3195" y="4092815"/>
            <a:ext cx="2501979" cy="302838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2" name="Freeform: Shape 101">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76302" y="969718"/>
            <a:ext cx="292526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04" name="Rectangle 103">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22" y="1914808"/>
            <a:ext cx="6858003" cy="3028376"/>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PlaceHolder 1"/>
          <p:cNvSpPr>
            <a:spLocks noGrp="1"/>
          </p:cNvSpPr>
          <p:nvPr>
            <p:ph type="title"/>
          </p:nvPr>
        </p:nvSpPr>
        <p:spPr>
          <a:xfrm>
            <a:off x="439858" y="1683756"/>
            <a:ext cx="2336449" cy="2396359"/>
          </a:xfrm>
          <a:prstGeom prst="rect">
            <a:avLst/>
          </a:prstGeom>
        </p:spPr>
        <p:txBody>
          <a:bodyPr lIns="91440" tIns="45720" rIns="91440" bIns="45720" anchor="b">
            <a:normAutofit/>
          </a:bodyPr>
          <a:lstStyle/>
          <a:p>
            <a:pPr indent="0" algn="r" defTabSz="457200">
              <a:buNone/>
            </a:pPr>
            <a:r>
              <a:rPr lang="en-US" sz="3200" b="0" u="none" strike="noStrike">
                <a:solidFill>
                  <a:srgbClr val="FFFFFF"/>
                </a:solidFill>
                <a:uFillTx/>
                <a:latin typeface="Calibri"/>
              </a:rPr>
              <a:t>Model Architecture</a:t>
            </a:r>
          </a:p>
        </p:txBody>
      </p:sp>
      <p:graphicFrame>
        <p:nvGraphicFramePr>
          <p:cNvPr id="90" name="PlaceHolder 2">
            <a:extLst>
              <a:ext uri="{FF2B5EF4-FFF2-40B4-BE49-F238E27FC236}">
                <a16:creationId xmlns:a16="http://schemas.microsoft.com/office/drawing/2014/main" id="{5756B54A-5DE3-A01D-D091-A8C9B06E14D8}"/>
              </a:ext>
            </a:extLst>
          </p:cNvPr>
          <p:cNvGraphicFramePr>
            <a:graphicFrameLocks noGrp="1"/>
          </p:cNvGraphicFramePr>
          <p:nvPr>
            <p:ph/>
            <p:extLst>
              <p:ext uri="{D42A27DB-BD31-4B8C-83A1-F6EECF244321}">
                <p14:modId xmlns:p14="http://schemas.microsoft.com/office/powerpoint/2010/main" val="1019411953"/>
              </p:ext>
            </p:extLst>
          </p:nvPr>
        </p:nvGraphicFramePr>
        <p:xfrm>
          <a:off x="3678789" y="750440"/>
          <a:ext cx="5000124"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6" name="Rectangle 95">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Rectangle 97">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3" y="1914812"/>
            <a:ext cx="6858000" cy="3028377"/>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Rectangle 99">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4" y="1924949"/>
            <a:ext cx="6857999" cy="302837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Rectangle 101">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3195" y="4092815"/>
            <a:ext cx="2501979" cy="302838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 name="Freeform: Shape 103">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76302" y="969718"/>
            <a:ext cx="292526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06" name="Rectangle 105">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22" y="1914808"/>
            <a:ext cx="6858003" cy="3028376"/>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PlaceHolder 1"/>
          <p:cNvSpPr>
            <a:spLocks noGrp="1"/>
          </p:cNvSpPr>
          <p:nvPr>
            <p:ph type="title"/>
          </p:nvPr>
        </p:nvSpPr>
        <p:spPr>
          <a:xfrm>
            <a:off x="439858" y="1683756"/>
            <a:ext cx="2336449" cy="2396359"/>
          </a:xfrm>
          <a:prstGeom prst="rect">
            <a:avLst/>
          </a:prstGeom>
        </p:spPr>
        <p:txBody>
          <a:bodyPr lIns="91440" tIns="45720" rIns="91440" bIns="45720" anchor="b">
            <a:normAutofit/>
          </a:bodyPr>
          <a:lstStyle/>
          <a:p>
            <a:pPr indent="0" algn="r" defTabSz="457200">
              <a:buNone/>
            </a:pPr>
            <a:r>
              <a:rPr lang="en-US" sz="3500" b="0" u="none" strike="noStrike">
                <a:solidFill>
                  <a:srgbClr val="FFFFFF"/>
                </a:solidFill>
                <a:uFillTx/>
                <a:latin typeface="Calibri"/>
              </a:rPr>
              <a:t>Streamlit Integration</a:t>
            </a:r>
          </a:p>
        </p:txBody>
      </p:sp>
      <p:graphicFrame>
        <p:nvGraphicFramePr>
          <p:cNvPr id="92" name="PlaceHolder 2">
            <a:extLst>
              <a:ext uri="{FF2B5EF4-FFF2-40B4-BE49-F238E27FC236}">
                <a16:creationId xmlns:a16="http://schemas.microsoft.com/office/drawing/2014/main" id="{53DF343D-8801-6BCF-F483-9657499534C3}"/>
              </a:ext>
            </a:extLst>
          </p:cNvPr>
          <p:cNvGraphicFramePr>
            <a:graphicFrameLocks noGrp="1"/>
          </p:cNvGraphicFramePr>
          <p:nvPr>
            <p:ph/>
            <p:extLst>
              <p:ext uri="{D42A27DB-BD31-4B8C-83A1-F6EECF244321}">
                <p14:modId xmlns:p14="http://schemas.microsoft.com/office/powerpoint/2010/main" val="3007152620"/>
              </p:ext>
            </p:extLst>
          </p:nvPr>
        </p:nvGraphicFramePr>
        <p:xfrm>
          <a:off x="3678789" y="750440"/>
          <a:ext cx="5000124"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8" name="Rectangle 97">
            <a:extLst>
              <a:ext uri="{FF2B5EF4-FFF2-40B4-BE49-F238E27FC236}">
                <a16:creationId xmlns:a16="http://schemas.microsoft.com/office/drawing/2014/main" id="{7517A47C-B2E5-4B79-8061-D74B1311A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0" name="Freeform: Shape 99">
            <a:extLst>
              <a:ext uri="{FF2B5EF4-FFF2-40B4-BE49-F238E27FC236}">
                <a16:creationId xmlns:a16="http://schemas.microsoft.com/office/drawing/2014/main" id="{C505E780-2083-4CB5-A42A-5E0E2908EC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614166" cy="6858000"/>
          </a:xfrm>
          <a:custGeom>
            <a:avLst/>
            <a:gdLst>
              <a:gd name="connsiteX0" fmla="*/ 0 w 4818889"/>
              <a:gd name="connsiteY0" fmla="*/ 0 h 6858000"/>
              <a:gd name="connsiteX1" fmla="*/ 3605911 w 4818889"/>
              <a:gd name="connsiteY1" fmla="*/ 0 h 6858000"/>
              <a:gd name="connsiteX2" fmla="*/ 3668894 w 4818889"/>
              <a:gd name="connsiteY2" fmla="*/ 69271 h 6858000"/>
              <a:gd name="connsiteX3" fmla="*/ 4818889 w 4818889"/>
              <a:gd name="connsiteY3" fmla="*/ 3429000 h 6858000"/>
              <a:gd name="connsiteX4" fmla="*/ 3668894 w 4818889"/>
              <a:gd name="connsiteY4" fmla="*/ 6788730 h 6858000"/>
              <a:gd name="connsiteX5" fmla="*/ 3605911 w 4818889"/>
              <a:gd name="connsiteY5" fmla="*/ 6858000 h 6858000"/>
              <a:gd name="connsiteX6" fmla="*/ 0 w 481888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8889" h="6858000">
                <a:moveTo>
                  <a:pt x="0" y="0"/>
                </a:moveTo>
                <a:lnTo>
                  <a:pt x="3605911" y="0"/>
                </a:lnTo>
                <a:lnTo>
                  <a:pt x="3668894" y="69271"/>
                </a:lnTo>
                <a:cubicBezTo>
                  <a:pt x="4379420" y="929100"/>
                  <a:pt x="4818889" y="2116944"/>
                  <a:pt x="4818889" y="3429000"/>
                </a:cubicBezTo>
                <a:cubicBezTo>
                  <a:pt x="4818889" y="4741056"/>
                  <a:pt x="4379420" y="5928900"/>
                  <a:pt x="3668894" y="6788730"/>
                </a:cubicBezTo>
                <a:lnTo>
                  <a:pt x="3605911"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02" name="Freeform: Shape 101">
            <a:extLst>
              <a:ext uri="{FF2B5EF4-FFF2-40B4-BE49-F238E27FC236}">
                <a16:creationId xmlns:a16="http://schemas.microsoft.com/office/drawing/2014/main" id="{D2C0AE1C-0118-41AE-8A10-7CDCBF10E9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608608" cy="6858000"/>
          </a:xfrm>
          <a:custGeom>
            <a:avLst/>
            <a:gdLst>
              <a:gd name="connsiteX0" fmla="*/ 0 w 4811477"/>
              <a:gd name="connsiteY0" fmla="*/ 0 h 6858000"/>
              <a:gd name="connsiteX1" fmla="*/ 3598499 w 4811477"/>
              <a:gd name="connsiteY1" fmla="*/ 0 h 6858000"/>
              <a:gd name="connsiteX2" fmla="*/ 3661482 w 4811477"/>
              <a:gd name="connsiteY2" fmla="*/ 69271 h 6858000"/>
              <a:gd name="connsiteX3" fmla="*/ 4811477 w 4811477"/>
              <a:gd name="connsiteY3" fmla="*/ 3429000 h 6858000"/>
              <a:gd name="connsiteX4" fmla="*/ 3661482 w 4811477"/>
              <a:gd name="connsiteY4" fmla="*/ 6788730 h 6858000"/>
              <a:gd name="connsiteX5" fmla="*/ 3598499 w 4811477"/>
              <a:gd name="connsiteY5" fmla="*/ 6858000 h 6858000"/>
              <a:gd name="connsiteX6" fmla="*/ 0 w 481147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1477" h="6858000">
                <a:moveTo>
                  <a:pt x="0" y="0"/>
                </a:moveTo>
                <a:lnTo>
                  <a:pt x="3598499" y="0"/>
                </a:lnTo>
                <a:lnTo>
                  <a:pt x="3661482" y="69271"/>
                </a:lnTo>
                <a:cubicBezTo>
                  <a:pt x="4372008" y="929100"/>
                  <a:pt x="4811477" y="2116944"/>
                  <a:pt x="4811477" y="3429000"/>
                </a:cubicBezTo>
                <a:cubicBezTo>
                  <a:pt x="4811477" y="4741056"/>
                  <a:pt x="4372008" y="5928900"/>
                  <a:pt x="3661482" y="6788730"/>
                </a:cubicBezTo>
                <a:lnTo>
                  <a:pt x="3598499"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1" name="PlaceHolder 1"/>
          <p:cNvSpPr>
            <a:spLocks noGrp="1"/>
          </p:cNvSpPr>
          <p:nvPr>
            <p:ph type="title"/>
          </p:nvPr>
        </p:nvSpPr>
        <p:spPr>
          <a:xfrm>
            <a:off x="466344" y="1161288"/>
            <a:ext cx="2702052" cy="4526280"/>
          </a:xfrm>
          <a:prstGeom prst="rect">
            <a:avLst/>
          </a:prstGeom>
        </p:spPr>
        <p:txBody>
          <a:bodyPr lIns="91440" tIns="45720" rIns="91440" bIns="45720">
            <a:normAutofit/>
          </a:bodyPr>
          <a:lstStyle/>
          <a:p>
            <a:pPr indent="0" defTabSz="457200">
              <a:buNone/>
            </a:pPr>
            <a:r>
              <a:rPr lang="en-US" sz="3500" b="0" u="none" strike="noStrike">
                <a:uFillTx/>
                <a:latin typeface="Calibri"/>
              </a:rPr>
              <a:t>Alarm and Region of Interest (ROI)</a:t>
            </a:r>
          </a:p>
        </p:txBody>
      </p:sp>
      <p:sp>
        <p:nvSpPr>
          <p:cNvPr id="104" name="Rectangle 103">
            <a:extLst>
              <a:ext uri="{FF2B5EF4-FFF2-40B4-BE49-F238E27FC236}">
                <a16:creationId xmlns:a16="http://schemas.microsoft.com/office/drawing/2014/main" id="{463EEC44-1BA3-44ED-81FC-A644B04B2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081528"/>
            <a:ext cx="96012"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94" name="PlaceHolder 2">
            <a:extLst>
              <a:ext uri="{FF2B5EF4-FFF2-40B4-BE49-F238E27FC236}">
                <a16:creationId xmlns:a16="http://schemas.microsoft.com/office/drawing/2014/main" id="{09711C59-9CB9-7AE7-3C21-5FD871B7C972}"/>
              </a:ext>
            </a:extLst>
          </p:cNvPr>
          <p:cNvGraphicFramePr>
            <a:graphicFrameLocks noGrp="1"/>
          </p:cNvGraphicFramePr>
          <p:nvPr>
            <p:ph/>
            <p:extLst>
              <p:ext uri="{D42A27DB-BD31-4B8C-83A1-F6EECF244321}">
                <p14:modId xmlns:p14="http://schemas.microsoft.com/office/powerpoint/2010/main" val="3836664557"/>
              </p:ext>
            </p:extLst>
          </p:nvPr>
        </p:nvGraphicFramePr>
        <p:xfrm>
          <a:off x="3977640" y="676656"/>
          <a:ext cx="4773168" cy="551383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0" name="Rectangle 99">
            <a:extLst>
              <a:ext uri="{FF2B5EF4-FFF2-40B4-BE49-F238E27FC236}">
                <a16:creationId xmlns:a16="http://schemas.microsoft.com/office/drawing/2014/main" id="{2659FDB4-FCBE-4A89-B46D-43D4FA544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313"/>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93" name="PlaceHolder 1"/>
          <p:cNvSpPr>
            <a:spLocks noGrp="1"/>
          </p:cNvSpPr>
          <p:nvPr>
            <p:ph type="title"/>
          </p:nvPr>
        </p:nvSpPr>
        <p:spPr>
          <a:xfrm>
            <a:off x="359545" y="1070800"/>
            <a:ext cx="2954766" cy="5583126"/>
          </a:xfrm>
          <a:prstGeom prst="rect">
            <a:avLst/>
          </a:prstGeom>
        </p:spPr>
        <p:txBody>
          <a:bodyPr lIns="91440" tIns="45720" rIns="91440" bIns="45720">
            <a:normAutofit/>
          </a:bodyPr>
          <a:lstStyle/>
          <a:p>
            <a:pPr indent="0" algn="r" defTabSz="457200">
              <a:buNone/>
            </a:pPr>
            <a:r>
              <a:rPr lang="en-US" sz="7000" b="0" u="none" strike="noStrike">
                <a:uFillTx/>
                <a:latin typeface="Calibri"/>
              </a:rPr>
              <a:t>Results</a:t>
            </a:r>
          </a:p>
        </p:txBody>
      </p:sp>
      <p:cxnSp>
        <p:nvCxnSpPr>
          <p:cNvPr id="102" name="Straight Connector 101">
            <a:extLst>
              <a:ext uri="{FF2B5EF4-FFF2-40B4-BE49-F238E27FC236}">
                <a16:creationId xmlns:a16="http://schemas.microsoft.com/office/drawing/2014/main" id="{C8F51B3F-8331-4E4A-AE96-D47B1006EEA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546039" y="1132114"/>
            <a:ext cx="0" cy="5717573"/>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graphicFrame>
        <p:nvGraphicFramePr>
          <p:cNvPr id="96" name="PlaceHolder 2">
            <a:extLst>
              <a:ext uri="{FF2B5EF4-FFF2-40B4-BE49-F238E27FC236}">
                <a16:creationId xmlns:a16="http://schemas.microsoft.com/office/drawing/2014/main" id="{A9B62F19-5A09-3E73-AF3C-8B0C804E5C94}"/>
              </a:ext>
            </a:extLst>
          </p:cNvPr>
          <p:cNvGraphicFramePr>
            <a:graphicFrameLocks noGrp="1"/>
          </p:cNvGraphicFramePr>
          <p:nvPr>
            <p:ph/>
            <p:extLst>
              <p:ext uri="{D42A27DB-BD31-4B8C-83A1-F6EECF244321}">
                <p14:modId xmlns:p14="http://schemas.microsoft.com/office/powerpoint/2010/main" val="3143907491"/>
              </p:ext>
            </p:extLst>
          </p:nvPr>
        </p:nvGraphicFramePr>
        <p:xfrm>
          <a:off x="3831401" y="1070800"/>
          <a:ext cx="4683949" cy="558934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1" name="Rectangle 100">
            <a:extLst>
              <a:ext uri="{FF2B5EF4-FFF2-40B4-BE49-F238E27FC236}">
                <a16:creationId xmlns:a16="http://schemas.microsoft.com/office/drawing/2014/main" id="{081EA652-8C6A-4E69-BEB9-170809474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 name="Right Triangle 102">
            <a:extLst>
              <a:ext uri="{FF2B5EF4-FFF2-40B4-BE49-F238E27FC236}">
                <a16:creationId xmlns:a16="http://schemas.microsoft.com/office/drawing/2014/main" id="{5298780A-33B9-4EA2-8F67-DE68AD628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432540" y="3335867"/>
            <a:ext cx="246888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5" name="Rectangle 104">
            <a:extLst>
              <a:ext uri="{FF2B5EF4-FFF2-40B4-BE49-F238E27FC236}">
                <a16:creationId xmlns:a16="http://schemas.microsoft.com/office/drawing/2014/main" id="{7F488E8B-4E1E-4402-8935-D4E6C0261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330" y="623275"/>
            <a:ext cx="8178790"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PlaceHolder 1"/>
          <p:cNvSpPr>
            <a:spLocks noGrp="1"/>
          </p:cNvSpPr>
          <p:nvPr>
            <p:ph type="title"/>
          </p:nvPr>
        </p:nvSpPr>
        <p:spPr>
          <a:xfrm>
            <a:off x="963930" y="1050595"/>
            <a:ext cx="6056111" cy="1618489"/>
          </a:xfrm>
          <a:prstGeom prst="rect">
            <a:avLst/>
          </a:prstGeom>
        </p:spPr>
        <p:txBody>
          <a:bodyPr lIns="91440" tIns="45720" rIns="91440" bIns="45720" anchor="ctr">
            <a:normAutofit/>
          </a:bodyPr>
          <a:lstStyle/>
          <a:p>
            <a:pPr indent="0" defTabSz="457200">
              <a:buNone/>
            </a:pPr>
            <a:r>
              <a:rPr lang="en-US" sz="6300" b="0" u="none" strike="noStrike">
                <a:uFillTx/>
                <a:latin typeface="Calibri"/>
              </a:rPr>
              <a:t>Conclusion</a:t>
            </a:r>
          </a:p>
        </p:txBody>
      </p:sp>
      <p:sp>
        <p:nvSpPr>
          <p:cNvPr id="96" name="PlaceHolder 2"/>
          <p:cNvSpPr>
            <a:spLocks noGrp="1"/>
          </p:cNvSpPr>
          <p:nvPr>
            <p:ph/>
          </p:nvPr>
        </p:nvSpPr>
        <p:spPr>
          <a:xfrm>
            <a:off x="963930" y="2969469"/>
            <a:ext cx="6056111" cy="2800395"/>
          </a:xfrm>
          <a:prstGeom prst="rect">
            <a:avLst/>
          </a:prstGeom>
        </p:spPr>
        <p:txBody>
          <a:bodyPr lIns="91440" tIns="45720" rIns="91440" bIns="45720" anchor="t">
            <a:normAutofit/>
          </a:bodyPr>
          <a:lstStyle/>
          <a:p>
            <a:pPr marL="343080" indent="-343080" defTabSz="457200">
              <a:spcBef>
                <a:spcPts val="641"/>
              </a:spcBef>
              <a:buClr>
                <a:srgbClr val="000000"/>
              </a:buClr>
              <a:buFont typeface="Arial"/>
              <a:buChar char="•"/>
            </a:pPr>
            <a:r>
              <a:rPr lang="en-US" sz="2100" b="0" u="none" strike="noStrike">
                <a:uFillTx/>
                <a:latin typeface="Calibri"/>
              </a:rPr>
              <a:t>• Effective real-time drowsiness detection using webcam.</a:t>
            </a:r>
          </a:p>
          <a:p>
            <a:pPr marL="343080" indent="-343080" defTabSz="457200">
              <a:spcBef>
                <a:spcPts val="641"/>
              </a:spcBef>
              <a:buClr>
                <a:srgbClr val="000000"/>
              </a:buClr>
              <a:buFont typeface="Arial"/>
              <a:buChar char="•"/>
            </a:pPr>
            <a:r>
              <a:rPr lang="en-US" sz="2100" b="0" u="none" strike="noStrike">
                <a:uFillTx/>
                <a:latin typeface="Calibri"/>
              </a:rPr>
              <a:t>• MobileNet allows fast, accurate predictions.</a:t>
            </a:r>
          </a:p>
          <a:p>
            <a:pPr marL="343080" indent="-343080" defTabSz="457200">
              <a:spcBef>
                <a:spcPts val="641"/>
              </a:spcBef>
              <a:buClr>
                <a:srgbClr val="000000"/>
              </a:buClr>
              <a:buFont typeface="Arial"/>
              <a:buChar char="•"/>
            </a:pPr>
            <a:r>
              <a:rPr lang="en-US" sz="2100" b="0" u="none" strike="noStrike">
                <a:uFillTx/>
                <a:latin typeface="Calibri"/>
              </a:rPr>
              <a:t>• Streamlit provides a simple, interactive UI.</a:t>
            </a:r>
          </a:p>
          <a:p>
            <a:pPr marL="343080" indent="-343080" defTabSz="457200">
              <a:spcBef>
                <a:spcPts val="641"/>
              </a:spcBef>
              <a:buClr>
                <a:srgbClr val="000000"/>
              </a:buClr>
              <a:buFont typeface="Arial"/>
              <a:buChar char="•"/>
            </a:pPr>
            <a:r>
              <a:rPr lang="en-US" sz="2100" b="0" u="none" strike="noStrike">
                <a:uFillTx/>
                <a:latin typeface="Calibri"/>
              </a:rPr>
              <a:t>• Can be extended with additional safety features.</a:t>
            </a: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majorFont>
      <a:minorFont>
        <a:latin typeface="Calibri"/>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majorFont>
      <a:minorFont>
        <a:latin typeface="Calibri"/>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majorFont>
      <a:minorFont>
        <a:latin typeface="Calibri"/>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4.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majorFont>
      <a:minorFont>
        <a:latin typeface="Calibri"/>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5.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majorFont>
      <a:minorFont>
        <a:latin typeface="Calibri"/>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6.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majorFont>
      <a:minorFont>
        <a:latin typeface="Calibri"/>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7.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majorFont>
      <a:minorFont>
        <a:latin typeface="Calibri"/>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8.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majorFont>
      <a:minorFont>
        <a:latin typeface="Calibri"/>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9.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majorFont>
      <a:minorFont>
        <a:latin typeface="Calibri"/>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0.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majorFont>
      <a:minorFont>
        <a:latin typeface="Calibri"/>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majorFont>
      <a:minorFont>
        <a:latin typeface="Calibri"/>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14</TotalTime>
  <Words>0</Words>
  <Application>Microsoft Office PowerPoint</Application>
  <PresentationFormat>On-screen Show (4:3)</PresentationFormat>
  <Paragraphs>0</Paragraphs>
  <Slides>10</Slides>
  <Notes>0</Notes>
  <HiddenSlides>0</HiddenSlides>
  <ScaleCrop>false</ScaleCrop>
  <HeadingPairs>
    <vt:vector size="4" baseType="variant">
      <vt:variant>
        <vt:lpstr>Theme</vt:lpstr>
      </vt:variant>
      <vt:variant>
        <vt:i4>11</vt:i4>
      </vt:variant>
      <vt:variant>
        <vt:lpstr>Slide Titles</vt:lpstr>
      </vt:variant>
      <vt:variant>
        <vt:i4>10</vt:i4>
      </vt:variant>
    </vt:vector>
  </HeadingPairs>
  <TitlesOfParts>
    <vt:vector size="21" baseType="lpstr">
      <vt:lpstr>Office Theme</vt:lpstr>
      <vt:lpstr>Office Theme</vt:lpstr>
      <vt:lpstr>Office Theme</vt:lpstr>
      <vt:lpstr>Office Theme</vt:lpstr>
      <vt:lpstr>Office Theme</vt:lpstr>
      <vt:lpstr>Office Theme</vt:lpstr>
      <vt:lpstr>Office Theme</vt:lpstr>
      <vt:lpstr>Office Theme</vt:lpstr>
      <vt:lpstr>Office Theme</vt:lpstr>
      <vt:lpstr>Office Theme</vt:lpstr>
      <vt:lpstr>Office Theme</vt:lpstr>
      <vt:lpstr>Drowsiness Detection Using MobileNet and Streamlit</vt:lpstr>
      <vt:lpstr>The goal of this project is to build a lightweight, real-time system that can detect driver drowsiness using a webcam feed. By leveraging computer vision and a deep learning model (MobileNet), the system classifies whether the driver is awake or drowsy based on facial and eye features. When drowsiness is detected, an alarm is triggered to alert the driver and potentially prevent accidents.</vt:lpstr>
      <vt:lpstr> </vt:lpstr>
      <vt:lpstr>Introduction</vt:lpstr>
      <vt:lpstr>Dataset</vt:lpstr>
      <vt:lpstr>Model Architecture</vt:lpstr>
      <vt:lpstr>Streamlit Integration</vt:lpstr>
      <vt:lpstr>Alarm and Region of Interest (ROI)</vt:lpstr>
      <vt:lpstr>Results</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dc:description>generated using python-pptx</dc:description>
  <cp:lastModifiedBy/>
  <cp:revision>21</cp:revision>
  <dcterms:created xsi:type="dcterms:W3CDTF">2013-01-27T09:14:16Z</dcterms:created>
  <dcterms:modified xsi:type="dcterms:W3CDTF">2025-06-27T01:12:00Z</dcterms:modified>
  <dc:language>en-IN</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On-screen Show (4:3)</vt:lpwstr>
  </property>
</Properties>
</file>